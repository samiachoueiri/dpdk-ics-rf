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43891200" cy="32918400"/>
  <p:notesSz cx="9239250" cy="11982450"/>
  <p:embeddedFontLst>
    <p:embeddedFont>
      <p:font typeface="Quattrocento" panose="02020502030000000404" pitchFamily="18" charset="0"/>
      <p:regular r:id="rId8"/>
      <p:bold r:id="rId9"/>
    </p:embeddedFont>
    <p:embeddedFont>
      <p:font typeface="Quattrocento Sans" panose="020B0502050000020003" pitchFamily="34" charset="0"/>
      <p:regular r:id="rId10"/>
      <p:bold r:id="rId11"/>
      <p:italic r:id="rId12"/>
      <p:boldItalic r:id="rId13"/>
    </p:embeddedFont>
  </p:embeddedFontLst>
  <p:custDataLst>
    <p:tags r:id="rId1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88">
          <p15:clr>
            <a:srgbClr val="A4A3A4"/>
          </p15:clr>
        </p15:guide>
        <p15:guide id="2" pos="13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74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4F93"/>
    <a:srgbClr val="8E0000"/>
    <a:srgbClr val="A80000"/>
    <a:srgbClr val="3684A0"/>
    <a:srgbClr val="5B4D7F"/>
    <a:srgbClr val="604884"/>
    <a:srgbClr val="7C5393"/>
    <a:srgbClr val="506796"/>
    <a:srgbClr val="378B9F"/>
    <a:srgbClr val="3A7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B74CB2-9F52-4115-977C-9B8B2090AB17}" v="1219" dt="2026-04-08T19:25:47.5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3654" autoAdjust="0"/>
  </p:normalViewPr>
  <p:slideViewPr>
    <p:cSldViewPr>
      <p:cViewPr varScale="1">
        <p:scale>
          <a:sx n="22" d="100"/>
          <a:sy n="22" d="100"/>
        </p:scale>
        <p:origin x="2244" y="18"/>
      </p:cViewPr>
      <p:guideLst>
        <p:guide orient="horz" pos="11088"/>
        <p:guide pos="13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3984" y="72"/>
      </p:cViewPr>
      <p:guideLst>
        <p:guide orient="horz" pos="3774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ueiri, Samia" userId="b81b9bbb-c87f-490f-9bf9-c5942ec705de" providerId="ADAL" clId="{7FA5B06B-172D-4B88-BD14-3DAB9785FB6E}"/>
    <pc:docChg chg="undo redo custSel modSld">
      <pc:chgData name="Choueiri, Samia" userId="b81b9bbb-c87f-490f-9bf9-c5942ec705de" providerId="ADAL" clId="{7FA5B06B-172D-4B88-BD14-3DAB9785FB6E}" dt="2026-04-07T13:29:05.800" v="1192" actId="1035"/>
      <pc:docMkLst>
        <pc:docMk/>
      </pc:docMkLst>
      <pc:sldChg chg="addSp delSp modSp mod">
        <pc:chgData name="Choueiri, Samia" userId="b81b9bbb-c87f-490f-9bf9-c5942ec705de" providerId="ADAL" clId="{7FA5B06B-172D-4B88-BD14-3DAB9785FB6E}" dt="2026-04-07T13:29:05.800" v="1192" actId="1035"/>
        <pc:sldMkLst>
          <pc:docMk/>
          <pc:sldMk cId="0" sldId="256"/>
        </pc:sldMkLst>
        <pc:spChg chg="mod">
          <ac:chgData name="Choueiri, Samia" userId="b81b9bbb-c87f-490f-9bf9-c5942ec705de" providerId="ADAL" clId="{7FA5B06B-172D-4B88-BD14-3DAB9785FB6E}" dt="2026-04-07T02:23:51.580" v="1143" actId="14100"/>
          <ac:spMkLst>
            <pc:docMk/>
            <pc:sldMk cId="0" sldId="256"/>
            <ac:spMk id="2" creationId="{6DCD1DA1-67EC-A526-DE99-7CACFF26A5EA}"/>
          </ac:spMkLst>
        </pc:spChg>
        <pc:spChg chg="mod">
          <ac:chgData name="Choueiri, Samia" userId="b81b9bbb-c87f-490f-9bf9-c5942ec705de" providerId="ADAL" clId="{7FA5B06B-172D-4B88-BD14-3DAB9785FB6E}" dt="2026-04-07T02:24:16.894" v="1152" actId="1036"/>
          <ac:spMkLst>
            <pc:docMk/>
            <pc:sldMk cId="0" sldId="256"/>
            <ac:spMk id="3" creationId="{BF856385-963A-2689-09F5-2763CAAA51FE}"/>
          </ac:spMkLst>
        </pc:spChg>
        <pc:spChg chg="mod">
          <ac:chgData name="Choueiri, Samia" userId="b81b9bbb-c87f-490f-9bf9-c5942ec705de" providerId="ADAL" clId="{7FA5B06B-172D-4B88-BD14-3DAB9785FB6E}" dt="2026-04-07T13:29:05.800" v="1192" actId="1035"/>
          <ac:spMkLst>
            <pc:docMk/>
            <pc:sldMk cId="0" sldId="256"/>
            <ac:spMk id="5" creationId="{EC696430-E3E8-19CA-D66C-67559A8443C4}"/>
          </ac:spMkLst>
        </pc:spChg>
        <pc:spChg chg="add mod">
          <ac:chgData name="Choueiri, Samia" userId="b81b9bbb-c87f-490f-9bf9-c5942ec705de" providerId="ADAL" clId="{7FA5B06B-172D-4B88-BD14-3DAB9785FB6E}" dt="2026-04-07T02:23:35.477" v="1142" actId="1035"/>
          <ac:spMkLst>
            <pc:docMk/>
            <pc:sldMk cId="0" sldId="256"/>
            <ac:spMk id="19" creationId="{0DAC3B3F-C714-EB00-FC81-4EFDB02FECC8}"/>
          </ac:spMkLst>
        </pc:spChg>
        <pc:spChg chg="mod topLvl">
          <ac:chgData name="Choueiri, Samia" userId="b81b9bbb-c87f-490f-9bf9-c5942ec705de" providerId="ADAL" clId="{7FA5B06B-172D-4B88-BD14-3DAB9785FB6E}" dt="2026-04-07T02:12:31.260" v="593" actId="165"/>
          <ac:spMkLst>
            <pc:docMk/>
            <pc:sldMk cId="0" sldId="256"/>
            <ac:spMk id="23" creationId="{A9BEE4A1-0C3E-8263-849D-EF706DDD82B1}"/>
          </ac:spMkLst>
        </pc:spChg>
        <pc:spChg chg="mod topLvl">
          <ac:chgData name="Choueiri, Samia" userId="b81b9bbb-c87f-490f-9bf9-c5942ec705de" providerId="ADAL" clId="{7FA5B06B-172D-4B88-BD14-3DAB9785FB6E}" dt="2026-04-07T02:27:59.739" v="1167" actId="20577"/>
          <ac:spMkLst>
            <pc:docMk/>
            <pc:sldMk cId="0" sldId="256"/>
            <ac:spMk id="26" creationId="{5AA68CD2-B60D-F8DD-692B-9864F20D7C3F}"/>
          </ac:spMkLst>
        </pc:spChg>
        <pc:spChg chg="mod">
          <ac:chgData name="Choueiri, Samia" userId="b81b9bbb-c87f-490f-9bf9-c5942ec705de" providerId="ADAL" clId="{7FA5B06B-172D-4B88-BD14-3DAB9785FB6E}" dt="2026-04-07T01:29:29.078" v="50" actId="1076"/>
          <ac:spMkLst>
            <pc:docMk/>
            <pc:sldMk cId="0" sldId="256"/>
            <ac:spMk id="28" creationId="{00000000-0000-0000-0000-000000000000}"/>
          </ac:spMkLst>
        </pc:spChg>
        <pc:spChg chg="mod topLvl">
          <ac:chgData name="Choueiri, Samia" userId="b81b9bbb-c87f-490f-9bf9-c5942ec705de" providerId="ADAL" clId="{7FA5B06B-172D-4B88-BD14-3DAB9785FB6E}" dt="2026-04-07T02:12:31.260" v="593" actId="165"/>
          <ac:spMkLst>
            <pc:docMk/>
            <pc:sldMk cId="0" sldId="256"/>
            <ac:spMk id="37" creationId="{AD875F7C-F85D-6757-0171-286E3D0CDDC0}"/>
          </ac:spMkLst>
        </pc:spChg>
        <pc:spChg chg="mod topLvl">
          <ac:chgData name="Choueiri, Samia" userId="b81b9bbb-c87f-490f-9bf9-c5942ec705de" providerId="ADAL" clId="{7FA5B06B-172D-4B88-BD14-3DAB9785FB6E}" dt="2026-04-07T02:12:31.260" v="593" actId="165"/>
          <ac:spMkLst>
            <pc:docMk/>
            <pc:sldMk cId="0" sldId="256"/>
            <ac:spMk id="38" creationId="{42840E07-26EB-4E1D-B651-E439ECC78699}"/>
          </ac:spMkLst>
        </pc:spChg>
        <pc:spChg chg="mod topLvl">
          <ac:chgData name="Choueiri, Samia" userId="b81b9bbb-c87f-490f-9bf9-c5942ec705de" providerId="ADAL" clId="{7FA5B06B-172D-4B88-BD14-3DAB9785FB6E}" dt="2026-04-07T02:12:31.260" v="593" actId="165"/>
          <ac:spMkLst>
            <pc:docMk/>
            <pc:sldMk cId="0" sldId="256"/>
            <ac:spMk id="39" creationId="{FCB36AFA-7261-4BD0-BAAA-5D5F78E44742}"/>
          </ac:spMkLst>
        </pc:spChg>
        <pc:spChg chg="mod topLvl">
          <ac:chgData name="Choueiri, Samia" userId="b81b9bbb-c87f-490f-9bf9-c5942ec705de" providerId="ADAL" clId="{7FA5B06B-172D-4B88-BD14-3DAB9785FB6E}" dt="2026-04-07T02:12:31.260" v="593" actId="165"/>
          <ac:spMkLst>
            <pc:docMk/>
            <pc:sldMk cId="0" sldId="256"/>
            <ac:spMk id="42" creationId="{A2B780AA-1835-403D-9431-C77CA5DD4AFE}"/>
          </ac:spMkLst>
        </pc:spChg>
        <pc:spChg chg="mod">
          <ac:chgData name="Choueiri, Samia" userId="b81b9bbb-c87f-490f-9bf9-c5942ec705de" providerId="ADAL" clId="{7FA5B06B-172D-4B88-BD14-3DAB9785FB6E}" dt="2026-04-07T02:11:45.222" v="449" actId="12788"/>
          <ac:spMkLst>
            <pc:docMk/>
            <pc:sldMk cId="0" sldId="256"/>
            <ac:spMk id="58" creationId="{43A518F1-84A3-484B-8745-BEC242103BDA}"/>
          </ac:spMkLst>
        </pc:spChg>
        <pc:spChg chg="mod">
          <ac:chgData name="Choueiri, Samia" userId="b81b9bbb-c87f-490f-9bf9-c5942ec705de" providerId="ADAL" clId="{7FA5B06B-172D-4B88-BD14-3DAB9785FB6E}" dt="2026-04-07T02:29:34.929" v="1168" actId="13926"/>
          <ac:spMkLst>
            <pc:docMk/>
            <pc:sldMk cId="0" sldId="256"/>
            <ac:spMk id="59" creationId="{D12D084C-CEA3-4E5E-9D37-2D0AC229718D}"/>
          </ac:spMkLst>
        </pc:spChg>
        <pc:spChg chg="mod">
          <ac:chgData name="Choueiri, Samia" userId="b81b9bbb-c87f-490f-9bf9-c5942ec705de" providerId="ADAL" clId="{7FA5B06B-172D-4B88-BD14-3DAB9785FB6E}" dt="2026-04-07T01:29:16.768" v="48" actId="1035"/>
          <ac:spMkLst>
            <pc:docMk/>
            <pc:sldMk cId="0" sldId="256"/>
            <ac:spMk id="70" creationId="{425621FB-070F-446E-BA36-4A66EBF8DEF2}"/>
          </ac:spMkLst>
        </pc:spChg>
        <pc:spChg chg="mod">
          <ac:chgData name="Choueiri, Samia" userId="b81b9bbb-c87f-490f-9bf9-c5942ec705de" providerId="ADAL" clId="{7FA5B06B-172D-4B88-BD14-3DAB9785FB6E}" dt="2026-04-07T01:28:34.786" v="46" actId="20577"/>
          <ac:spMkLst>
            <pc:docMk/>
            <pc:sldMk cId="0" sldId="256"/>
            <ac:spMk id="71" creationId="{3A3E55C8-5130-4258-80B1-064CE3FDB621}"/>
          </ac:spMkLst>
        </pc:spChg>
        <pc:spChg chg="mod">
          <ac:chgData name="Choueiri, Samia" userId="b81b9bbb-c87f-490f-9bf9-c5942ec705de" providerId="ADAL" clId="{7FA5B06B-172D-4B88-BD14-3DAB9785FB6E}" dt="2026-04-07T01:48:28.532" v="158" actId="20577"/>
          <ac:spMkLst>
            <pc:docMk/>
            <pc:sldMk cId="0" sldId="256"/>
            <ac:spMk id="73" creationId="{D5A32123-7974-4A0F-B8DF-6C82FB22F596}"/>
          </ac:spMkLst>
        </pc:spChg>
        <pc:spChg chg="mod">
          <ac:chgData name="Choueiri, Samia" userId="b81b9bbb-c87f-490f-9bf9-c5942ec705de" providerId="ADAL" clId="{7FA5B06B-172D-4B88-BD14-3DAB9785FB6E}" dt="2026-04-07T02:23:35.477" v="1142" actId="1035"/>
          <ac:spMkLst>
            <pc:docMk/>
            <pc:sldMk cId="0" sldId="256"/>
            <ac:spMk id="88" creationId="{236036AE-C83F-4AC9-800C-C6574727635F}"/>
          </ac:spMkLst>
        </pc:spChg>
        <pc:spChg chg="mod">
          <ac:chgData name="Choueiri, Samia" userId="b81b9bbb-c87f-490f-9bf9-c5942ec705de" providerId="ADAL" clId="{7FA5B06B-172D-4B88-BD14-3DAB9785FB6E}" dt="2026-04-07T02:23:35.477" v="1142" actId="1035"/>
          <ac:spMkLst>
            <pc:docMk/>
            <pc:sldMk cId="0" sldId="256"/>
            <ac:spMk id="89" creationId="{9742DD1E-D7E3-4AB1-8A17-D5B59B6AB38B}"/>
          </ac:spMkLst>
        </pc:spChg>
        <pc:spChg chg="mod">
          <ac:chgData name="Choueiri, Samia" userId="b81b9bbb-c87f-490f-9bf9-c5942ec705de" providerId="ADAL" clId="{7FA5B06B-172D-4B88-BD14-3DAB9785FB6E}" dt="2026-04-07T02:23:35.477" v="1142" actId="1035"/>
          <ac:spMkLst>
            <pc:docMk/>
            <pc:sldMk cId="0" sldId="256"/>
            <ac:spMk id="90" creationId="{8C463412-CC68-4A0F-AE72-68EF99EB2F46}"/>
          </ac:spMkLst>
        </pc:spChg>
        <pc:picChg chg="add mod">
          <ac:chgData name="Choueiri, Samia" userId="b81b9bbb-c87f-490f-9bf9-c5942ec705de" providerId="ADAL" clId="{7FA5B06B-172D-4B88-BD14-3DAB9785FB6E}" dt="2026-04-07T13:28:59.490" v="1189" actId="1037"/>
          <ac:picMkLst>
            <pc:docMk/>
            <pc:sldMk cId="0" sldId="256"/>
            <ac:picMk id="12" creationId="{8601AB7E-1F5F-CE65-BCDE-EFB64F88A91B}"/>
          </ac:picMkLst>
        </pc:picChg>
        <pc:picChg chg="add mod">
          <ac:chgData name="Choueiri, Samia" userId="b81b9bbb-c87f-490f-9bf9-c5942ec705de" providerId="ADAL" clId="{7FA5B06B-172D-4B88-BD14-3DAB9785FB6E}" dt="2026-04-07T02:23:35.477" v="1142" actId="1035"/>
          <ac:picMkLst>
            <pc:docMk/>
            <pc:sldMk cId="0" sldId="256"/>
            <ac:picMk id="18" creationId="{FE5D8D09-04BA-96D6-1DD0-AC954426F1DC}"/>
          </ac:picMkLst>
        </pc:picChg>
      </pc:sldChg>
    </pc:docChg>
  </pc:docChgLst>
  <pc:docChgLst>
    <pc:chgData name="Choueiri, Samia" userId="b81b9bbb-c87f-490f-9bf9-c5942ec705de" providerId="ADAL" clId="{28651051-5F40-41E7-92BC-0B48539B80E0}"/>
    <pc:docChg chg="undo redo custSel modSld">
      <pc:chgData name="Choueiri, Samia" userId="b81b9bbb-c87f-490f-9bf9-c5942ec705de" providerId="ADAL" clId="{28651051-5F40-41E7-92BC-0B48539B80E0}" dt="2026-04-09T03:28:14.756" v="3922" actId="20577"/>
      <pc:docMkLst>
        <pc:docMk/>
      </pc:docMkLst>
      <pc:sldChg chg="addSp delSp modSp mod">
        <pc:chgData name="Choueiri, Samia" userId="b81b9bbb-c87f-490f-9bf9-c5942ec705de" providerId="ADAL" clId="{28651051-5F40-41E7-92BC-0B48539B80E0}" dt="2026-04-09T03:28:14.756" v="3922" actId="20577"/>
        <pc:sldMkLst>
          <pc:docMk/>
          <pc:sldMk cId="0" sldId="256"/>
        </pc:sldMkLst>
        <pc:spChg chg="del">
          <ac:chgData name="Choueiri, Samia" userId="b81b9bbb-c87f-490f-9bf9-c5942ec705de" providerId="ADAL" clId="{28651051-5F40-41E7-92BC-0B48539B80E0}" dt="2026-04-08T12:09:12.961" v="0" actId="478"/>
          <ac:spMkLst>
            <pc:docMk/>
            <pc:sldMk cId="0" sldId="256"/>
            <ac:spMk id="16" creationId="{020C120B-ED33-FCFA-4055-487F08C21818}"/>
          </ac:spMkLst>
        </pc:spChg>
        <pc:spChg chg="mod">
          <ac:chgData name="Choueiri, Samia" userId="b81b9bbb-c87f-490f-9bf9-c5942ec705de" providerId="ADAL" clId="{28651051-5F40-41E7-92BC-0B48539B80E0}" dt="2026-04-08T14:17:30.969" v="3284" actId="20577"/>
          <ac:spMkLst>
            <pc:docMk/>
            <pc:sldMk cId="0" sldId="256"/>
            <ac:spMk id="19" creationId="{0DAC3B3F-C714-EB00-FC81-4EFDB02FECC8}"/>
          </ac:spMkLst>
        </pc:spChg>
        <pc:spChg chg="del">
          <ac:chgData name="Choueiri, Samia" userId="b81b9bbb-c87f-490f-9bf9-c5942ec705de" providerId="ADAL" clId="{28651051-5F40-41E7-92BC-0B48539B80E0}" dt="2026-04-08T12:56:33.041" v="83" actId="478"/>
          <ac:spMkLst>
            <pc:docMk/>
            <pc:sldMk cId="0" sldId="256"/>
            <ac:spMk id="21" creationId="{A02ECF16-302E-5958-3CC6-A2E9B5612015}"/>
          </ac:spMkLst>
        </pc:spChg>
        <pc:spChg chg="del">
          <ac:chgData name="Choueiri, Samia" userId="b81b9bbb-c87f-490f-9bf9-c5942ec705de" providerId="ADAL" clId="{28651051-5F40-41E7-92BC-0B48539B80E0}" dt="2026-04-08T12:56:33.041" v="83" actId="478"/>
          <ac:spMkLst>
            <pc:docMk/>
            <pc:sldMk cId="0" sldId="256"/>
            <ac:spMk id="22" creationId="{C32B8E3A-095C-DDEF-F5F2-153EEAC78AC4}"/>
          </ac:spMkLst>
        </pc:spChg>
        <pc:spChg chg="del">
          <ac:chgData name="Choueiri, Samia" userId="b81b9bbb-c87f-490f-9bf9-c5942ec705de" providerId="ADAL" clId="{28651051-5F40-41E7-92BC-0B48539B80E0}" dt="2026-04-08T12:56:33.041" v="83" actId="478"/>
          <ac:spMkLst>
            <pc:docMk/>
            <pc:sldMk cId="0" sldId="256"/>
            <ac:spMk id="24" creationId="{FAE9512F-8FA2-CFC4-4F37-1963A2FE1176}"/>
          </ac:spMkLst>
        </pc:spChg>
        <pc:spChg chg="mod">
          <ac:chgData name="Choueiri, Samia" userId="b81b9bbb-c87f-490f-9bf9-c5942ec705de" providerId="ADAL" clId="{28651051-5F40-41E7-92BC-0B48539B80E0}" dt="2026-04-08T14:34:19.782" v="3806" actId="20577"/>
          <ac:spMkLst>
            <pc:docMk/>
            <pc:sldMk cId="0" sldId="256"/>
            <ac:spMk id="26" creationId="{5AA68CD2-B60D-F8DD-692B-9864F20D7C3F}"/>
          </ac:spMkLst>
        </pc:spChg>
        <pc:spChg chg="del">
          <ac:chgData name="Choueiri, Samia" userId="b81b9bbb-c87f-490f-9bf9-c5942ec705de" providerId="ADAL" clId="{28651051-5F40-41E7-92BC-0B48539B80E0}" dt="2026-04-08T12:56:33.041" v="83" actId="478"/>
          <ac:spMkLst>
            <pc:docMk/>
            <pc:sldMk cId="0" sldId="256"/>
            <ac:spMk id="30" creationId="{FE9F5CF3-5976-7DA8-68FC-AC75000E58C1}"/>
          </ac:spMkLst>
        </pc:spChg>
        <pc:spChg chg="add mod">
          <ac:chgData name="Choueiri, Samia" userId="b81b9bbb-c87f-490f-9bf9-c5942ec705de" providerId="ADAL" clId="{28651051-5F40-41E7-92BC-0B48539B80E0}" dt="2026-04-08T14:06:47.957" v="3030" actId="12788"/>
          <ac:spMkLst>
            <pc:docMk/>
            <pc:sldMk cId="0" sldId="256"/>
            <ac:spMk id="40" creationId="{1EA8C2DF-E404-6A9A-0C14-B3DD1B6FCA3B}"/>
          </ac:spMkLst>
        </pc:spChg>
        <pc:spChg chg="add mod">
          <ac:chgData name="Choueiri, Samia" userId="b81b9bbb-c87f-490f-9bf9-c5942ec705de" providerId="ADAL" clId="{28651051-5F40-41E7-92BC-0B48539B80E0}" dt="2026-04-08T14:03:00.786" v="2757" actId="20577"/>
          <ac:spMkLst>
            <pc:docMk/>
            <pc:sldMk cId="0" sldId="256"/>
            <ac:spMk id="41" creationId="{E2CC0969-E011-8099-440C-C285544DA972}"/>
          </ac:spMkLst>
        </pc:spChg>
        <pc:spChg chg="mod">
          <ac:chgData name="Choueiri, Samia" userId="b81b9bbb-c87f-490f-9bf9-c5942ec705de" providerId="ADAL" clId="{28651051-5F40-41E7-92BC-0B48539B80E0}" dt="2026-04-08T14:34:58.247" v="3807"/>
          <ac:spMkLst>
            <pc:docMk/>
            <pc:sldMk cId="0" sldId="256"/>
            <ac:spMk id="42" creationId="{A2B780AA-1835-403D-9431-C77CA5DD4AFE}"/>
          </ac:spMkLst>
        </pc:spChg>
        <pc:spChg chg="add mod ord">
          <ac:chgData name="Choueiri, Samia" userId="b81b9bbb-c87f-490f-9bf9-c5942ec705de" providerId="ADAL" clId="{28651051-5F40-41E7-92BC-0B48539B80E0}" dt="2026-04-08T13:32:02.325" v="727" actId="14100"/>
          <ac:spMkLst>
            <pc:docMk/>
            <pc:sldMk cId="0" sldId="256"/>
            <ac:spMk id="43" creationId="{70021C37-3152-C162-CBD2-50A32132290C}"/>
          </ac:spMkLst>
        </pc:spChg>
        <pc:spChg chg="add mod">
          <ac:chgData name="Choueiri, Samia" userId="b81b9bbb-c87f-490f-9bf9-c5942ec705de" providerId="ADAL" clId="{28651051-5F40-41E7-92BC-0B48539B80E0}" dt="2026-04-08T13:02:31.211" v="388" actId="20577"/>
          <ac:spMkLst>
            <pc:docMk/>
            <pc:sldMk cId="0" sldId="256"/>
            <ac:spMk id="44" creationId="{F1010C01-57D7-1AF7-37FB-30143CBFEEC8}"/>
          </ac:spMkLst>
        </pc:spChg>
        <pc:spChg chg="add mod">
          <ac:chgData name="Choueiri, Samia" userId="b81b9bbb-c87f-490f-9bf9-c5942ec705de" providerId="ADAL" clId="{28651051-5F40-41E7-92BC-0B48539B80E0}" dt="2026-04-08T13:32:33.726" v="739" actId="1036"/>
          <ac:spMkLst>
            <pc:docMk/>
            <pc:sldMk cId="0" sldId="256"/>
            <ac:spMk id="45" creationId="{846CCF1D-5641-D4E3-ED67-472BA6373026}"/>
          </ac:spMkLst>
        </pc:spChg>
        <pc:spChg chg="add mod">
          <ac:chgData name="Choueiri, Samia" userId="b81b9bbb-c87f-490f-9bf9-c5942ec705de" providerId="ADAL" clId="{28651051-5F40-41E7-92BC-0B48539B80E0}" dt="2026-04-08T13:34:03.612" v="801" actId="20577"/>
          <ac:spMkLst>
            <pc:docMk/>
            <pc:sldMk cId="0" sldId="256"/>
            <ac:spMk id="53" creationId="{E4419413-7E3A-17F2-4A29-2F436CBC8449}"/>
          </ac:spMkLst>
        </pc:spChg>
        <pc:spChg chg="add">
          <ac:chgData name="Choueiri, Samia" userId="b81b9bbb-c87f-490f-9bf9-c5942ec705de" providerId="ADAL" clId="{28651051-5F40-41E7-92BC-0B48539B80E0}" dt="2026-04-08T13:26:55.501" v="672"/>
          <ac:spMkLst>
            <pc:docMk/>
            <pc:sldMk cId="0" sldId="256"/>
            <ac:spMk id="54" creationId="{09608E26-CA9C-60D4-DFEB-60799BB0D049}"/>
          </ac:spMkLst>
        </pc:spChg>
        <pc:spChg chg="add">
          <ac:chgData name="Choueiri, Samia" userId="b81b9bbb-c87f-490f-9bf9-c5942ec705de" providerId="ADAL" clId="{28651051-5F40-41E7-92BC-0B48539B80E0}" dt="2026-04-08T13:27:07.701" v="680"/>
          <ac:spMkLst>
            <pc:docMk/>
            <pc:sldMk cId="0" sldId="256"/>
            <ac:spMk id="55" creationId="{A70C38C4-1881-D1EA-81F8-245B668136D8}"/>
          </ac:spMkLst>
        </pc:spChg>
        <pc:spChg chg="add mod">
          <ac:chgData name="Choueiri, Samia" userId="b81b9bbb-c87f-490f-9bf9-c5942ec705de" providerId="ADAL" clId="{28651051-5F40-41E7-92BC-0B48539B80E0}" dt="2026-04-08T14:09:24.704" v="3047" actId="1037"/>
          <ac:spMkLst>
            <pc:docMk/>
            <pc:sldMk cId="0" sldId="256"/>
            <ac:spMk id="56" creationId="{D92A942F-0CF8-04F1-23C5-78697BB0CD9E}"/>
          </ac:spMkLst>
        </pc:spChg>
        <pc:spChg chg="del">
          <ac:chgData name="Choueiri, Samia" userId="b81b9bbb-c87f-490f-9bf9-c5942ec705de" providerId="ADAL" clId="{28651051-5F40-41E7-92BC-0B48539B80E0}" dt="2026-04-08T12:09:12.961" v="0" actId="478"/>
          <ac:spMkLst>
            <pc:docMk/>
            <pc:sldMk cId="0" sldId="256"/>
            <ac:spMk id="57" creationId="{B4512EA1-A5E6-CBF3-8F9E-C552C66052C7}"/>
          </ac:spMkLst>
        </pc:spChg>
        <pc:spChg chg="add mod">
          <ac:chgData name="Choueiri, Samia" userId="b81b9bbb-c87f-490f-9bf9-c5942ec705de" providerId="ADAL" clId="{28651051-5F40-41E7-92BC-0B48539B80E0}" dt="2026-04-08T13:34:24.571" v="839" actId="1037"/>
          <ac:spMkLst>
            <pc:docMk/>
            <pc:sldMk cId="0" sldId="256"/>
            <ac:spMk id="61" creationId="{4C4DDF48-47C3-1D7D-60E7-54EF876E4496}"/>
          </ac:spMkLst>
        </pc:spChg>
        <pc:spChg chg="del">
          <ac:chgData name="Choueiri, Samia" userId="b81b9bbb-c87f-490f-9bf9-c5942ec705de" providerId="ADAL" clId="{28651051-5F40-41E7-92BC-0B48539B80E0}" dt="2026-04-08T12:09:12.961" v="0" actId="478"/>
          <ac:spMkLst>
            <pc:docMk/>
            <pc:sldMk cId="0" sldId="256"/>
            <ac:spMk id="62" creationId="{2A56E4EC-596F-F90E-1CA8-4319E7E598F5}"/>
          </ac:spMkLst>
        </pc:spChg>
        <pc:spChg chg="add mod">
          <ac:chgData name="Choueiri, Samia" userId="b81b9bbb-c87f-490f-9bf9-c5942ec705de" providerId="ADAL" clId="{28651051-5F40-41E7-92BC-0B48539B80E0}" dt="2026-04-08T13:34:57.901" v="925" actId="1038"/>
          <ac:spMkLst>
            <pc:docMk/>
            <pc:sldMk cId="0" sldId="256"/>
            <ac:spMk id="63" creationId="{27FD8B46-AF8F-2B8A-C704-602EDE6335E5}"/>
          </ac:spMkLst>
        </pc:spChg>
        <pc:spChg chg="add mod">
          <ac:chgData name="Choueiri, Samia" userId="b81b9bbb-c87f-490f-9bf9-c5942ec705de" providerId="ADAL" clId="{28651051-5F40-41E7-92BC-0B48539B80E0}" dt="2026-04-08T19:25:20.705" v="3918" actId="1036"/>
          <ac:spMkLst>
            <pc:docMk/>
            <pc:sldMk cId="0" sldId="256"/>
            <ac:spMk id="69" creationId="{2D68DEEA-71B3-D6A9-9C2E-8629B71B1FED}"/>
          </ac:spMkLst>
        </pc:spChg>
        <pc:spChg chg="mod">
          <ac:chgData name="Choueiri, Samia" userId="b81b9bbb-c87f-490f-9bf9-c5942ec705de" providerId="ADAL" clId="{28651051-5F40-41E7-92BC-0B48539B80E0}" dt="2026-04-08T14:33:50.796" v="3800" actId="20577"/>
          <ac:spMkLst>
            <pc:docMk/>
            <pc:sldMk cId="0" sldId="256"/>
            <ac:spMk id="73" creationId="{D5A32123-7974-4A0F-B8DF-6C82FB22F596}"/>
          </ac:spMkLst>
        </pc:spChg>
        <pc:spChg chg="add mod">
          <ac:chgData name="Choueiri, Samia" userId="b81b9bbb-c87f-490f-9bf9-c5942ec705de" providerId="ADAL" clId="{28651051-5F40-41E7-92BC-0B48539B80E0}" dt="2026-04-08T14:07:03.640" v="3032" actId="12788"/>
          <ac:spMkLst>
            <pc:docMk/>
            <pc:sldMk cId="0" sldId="256"/>
            <ac:spMk id="76" creationId="{A745DB22-0BFF-BDE6-41F2-1DC130696F27}"/>
          </ac:spMkLst>
        </pc:spChg>
        <pc:spChg chg="add mod">
          <ac:chgData name="Choueiri, Samia" userId="b81b9bbb-c87f-490f-9bf9-c5942ec705de" providerId="ADAL" clId="{28651051-5F40-41E7-92BC-0B48539B80E0}" dt="2026-04-09T03:28:14.756" v="3922" actId="20577"/>
          <ac:spMkLst>
            <pc:docMk/>
            <pc:sldMk cId="0" sldId="256"/>
            <ac:spMk id="77" creationId="{A7488F6D-4873-9A2D-BEA3-0927DBCEC999}"/>
          </ac:spMkLst>
        </pc:spChg>
        <pc:spChg chg="add mod">
          <ac:chgData name="Choueiri, Samia" userId="b81b9bbb-c87f-490f-9bf9-c5942ec705de" providerId="ADAL" clId="{28651051-5F40-41E7-92BC-0B48539B80E0}" dt="2026-04-08T14:17:33.901" v="3285" actId="20577"/>
          <ac:spMkLst>
            <pc:docMk/>
            <pc:sldMk cId="0" sldId="256"/>
            <ac:spMk id="79" creationId="{E3FD5CB5-FEA1-26D3-1914-A9DF9B5A2E8D}"/>
          </ac:spMkLst>
        </pc:spChg>
        <pc:spChg chg="add mod">
          <ac:chgData name="Choueiri, Samia" userId="b81b9bbb-c87f-490f-9bf9-c5942ec705de" providerId="ADAL" clId="{28651051-5F40-41E7-92BC-0B48539B80E0}" dt="2026-04-08T14:17:36.880" v="3286" actId="20577"/>
          <ac:spMkLst>
            <pc:docMk/>
            <pc:sldMk cId="0" sldId="256"/>
            <ac:spMk id="80" creationId="{C3A6EFDF-9A2B-CFB9-3F96-531CB43EADF4}"/>
          </ac:spMkLst>
        </pc:spChg>
        <pc:spChg chg="add mod">
          <ac:chgData name="Choueiri, Samia" userId="b81b9bbb-c87f-490f-9bf9-c5942ec705de" providerId="ADAL" clId="{28651051-5F40-41E7-92BC-0B48539B80E0}" dt="2026-04-08T14:16:16.164" v="3242" actId="1035"/>
          <ac:spMkLst>
            <pc:docMk/>
            <pc:sldMk cId="0" sldId="256"/>
            <ac:spMk id="81" creationId="{5721B387-9F58-557B-54C4-6F984CE60682}"/>
          </ac:spMkLst>
        </pc:spChg>
        <pc:spChg chg="mod">
          <ac:chgData name="Choueiri, Samia" userId="b81b9bbb-c87f-490f-9bf9-c5942ec705de" providerId="ADAL" clId="{28651051-5F40-41E7-92BC-0B48539B80E0}" dt="2026-04-08T13:55:01.622" v="2052" actId="14100"/>
          <ac:spMkLst>
            <pc:docMk/>
            <pc:sldMk cId="0" sldId="256"/>
            <ac:spMk id="82" creationId="{D026A6A3-D6D2-4951-8B04-EF51015D25DB}"/>
          </ac:spMkLst>
        </pc:spChg>
        <pc:spChg chg="add mod">
          <ac:chgData name="Choueiri, Samia" userId="b81b9bbb-c87f-490f-9bf9-c5942ec705de" providerId="ADAL" clId="{28651051-5F40-41E7-92BC-0B48539B80E0}" dt="2026-04-08T19:25:20.705" v="3918" actId="1036"/>
          <ac:spMkLst>
            <pc:docMk/>
            <pc:sldMk cId="0" sldId="256"/>
            <ac:spMk id="83" creationId="{5D566F2F-B897-18DB-ECC6-6A61C230F703}"/>
          </ac:spMkLst>
        </pc:spChg>
        <pc:spChg chg="mod">
          <ac:chgData name="Choueiri, Samia" userId="b81b9bbb-c87f-490f-9bf9-c5942ec705de" providerId="ADAL" clId="{28651051-5F40-41E7-92BC-0B48539B80E0}" dt="2026-04-08T14:02:34.266" v="2724" actId="20577"/>
          <ac:spMkLst>
            <pc:docMk/>
            <pc:sldMk cId="0" sldId="256"/>
            <ac:spMk id="84" creationId="{3D96BB99-3F6E-4E73-BA6B-A122D83B12A2}"/>
          </ac:spMkLst>
        </pc:spChg>
        <pc:spChg chg="add mod">
          <ac:chgData name="Choueiri, Samia" userId="b81b9bbb-c87f-490f-9bf9-c5942ec705de" providerId="ADAL" clId="{28651051-5F40-41E7-92BC-0B48539B80E0}" dt="2026-04-08T14:16:16.164" v="3242" actId="1035"/>
          <ac:spMkLst>
            <pc:docMk/>
            <pc:sldMk cId="0" sldId="256"/>
            <ac:spMk id="85" creationId="{8490098C-D082-FB60-7868-65135B1C7BC4}"/>
          </ac:spMkLst>
        </pc:spChg>
        <pc:spChg chg="del">
          <ac:chgData name="Choueiri, Samia" userId="b81b9bbb-c87f-490f-9bf9-c5942ec705de" providerId="ADAL" clId="{28651051-5F40-41E7-92BC-0B48539B80E0}" dt="2026-04-08T12:56:33.041" v="83" actId="478"/>
          <ac:spMkLst>
            <pc:docMk/>
            <pc:sldMk cId="0" sldId="256"/>
            <ac:spMk id="86" creationId="{4FD218A6-E0D9-8A84-B966-751D76A1B489}"/>
          </ac:spMkLst>
        </pc:spChg>
        <pc:spChg chg="del">
          <ac:chgData name="Choueiri, Samia" userId="b81b9bbb-c87f-490f-9bf9-c5942ec705de" providerId="ADAL" clId="{28651051-5F40-41E7-92BC-0B48539B80E0}" dt="2026-04-08T12:56:33.041" v="83" actId="478"/>
          <ac:spMkLst>
            <pc:docMk/>
            <pc:sldMk cId="0" sldId="256"/>
            <ac:spMk id="87" creationId="{AE736E1A-17E1-08B2-5B89-71135401661D}"/>
          </ac:spMkLst>
        </pc:spChg>
        <pc:spChg chg="mod">
          <ac:chgData name="Choueiri, Samia" userId="b81b9bbb-c87f-490f-9bf9-c5942ec705de" providerId="ADAL" clId="{28651051-5F40-41E7-92BC-0B48539B80E0}" dt="2026-04-08T17:01:04.152" v="3880" actId="20577"/>
          <ac:spMkLst>
            <pc:docMk/>
            <pc:sldMk cId="0" sldId="256"/>
            <ac:spMk id="89" creationId="{9742DD1E-D7E3-4AB1-8A17-D5B59B6AB38B}"/>
          </ac:spMkLst>
        </pc:spChg>
        <pc:spChg chg="add mod">
          <ac:chgData name="Choueiri, Samia" userId="b81b9bbb-c87f-490f-9bf9-c5942ec705de" providerId="ADAL" clId="{28651051-5F40-41E7-92BC-0B48539B80E0}" dt="2026-04-08T19:25:20.705" v="3918" actId="1036"/>
          <ac:spMkLst>
            <pc:docMk/>
            <pc:sldMk cId="0" sldId="256"/>
            <ac:spMk id="91" creationId="{BFAB0B58-98CC-7203-0F4B-4D9B7B36B44E}"/>
          </ac:spMkLst>
        </pc:spChg>
        <pc:spChg chg="del">
          <ac:chgData name="Choueiri, Samia" userId="b81b9bbb-c87f-490f-9bf9-c5942ec705de" providerId="ADAL" clId="{28651051-5F40-41E7-92BC-0B48539B80E0}" dt="2026-04-08T12:56:33.041" v="83" actId="478"/>
          <ac:spMkLst>
            <pc:docMk/>
            <pc:sldMk cId="0" sldId="256"/>
            <ac:spMk id="92" creationId="{4591FFA6-F7A3-D3EE-D702-B4FF77364A55}"/>
          </ac:spMkLst>
        </pc:spChg>
        <pc:spChg chg="del">
          <ac:chgData name="Choueiri, Samia" userId="b81b9bbb-c87f-490f-9bf9-c5942ec705de" providerId="ADAL" clId="{28651051-5F40-41E7-92BC-0B48539B80E0}" dt="2026-04-08T12:56:33.041" v="83" actId="478"/>
          <ac:spMkLst>
            <pc:docMk/>
            <pc:sldMk cId="0" sldId="256"/>
            <ac:spMk id="93" creationId="{639376DE-EE71-9AA0-627B-5E474784AAEF}"/>
          </ac:spMkLst>
        </pc:spChg>
        <pc:spChg chg="del">
          <ac:chgData name="Choueiri, Samia" userId="b81b9bbb-c87f-490f-9bf9-c5942ec705de" providerId="ADAL" clId="{28651051-5F40-41E7-92BC-0B48539B80E0}" dt="2026-04-08T12:56:33.041" v="83" actId="478"/>
          <ac:spMkLst>
            <pc:docMk/>
            <pc:sldMk cId="0" sldId="256"/>
            <ac:spMk id="94" creationId="{BA906994-298C-70B5-4B95-53701176B242}"/>
          </ac:spMkLst>
        </pc:spChg>
        <pc:spChg chg="del">
          <ac:chgData name="Choueiri, Samia" userId="b81b9bbb-c87f-490f-9bf9-c5942ec705de" providerId="ADAL" clId="{28651051-5F40-41E7-92BC-0B48539B80E0}" dt="2026-04-08T12:56:33.041" v="83" actId="478"/>
          <ac:spMkLst>
            <pc:docMk/>
            <pc:sldMk cId="0" sldId="256"/>
            <ac:spMk id="95" creationId="{46039920-892F-872B-BE87-8B0993C0DA8E}"/>
          </ac:spMkLst>
        </pc:spChg>
        <pc:spChg chg="add del mod">
          <ac:chgData name="Choueiri, Samia" userId="b81b9bbb-c87f-490f-9bf9-c5942ec705de" providerId="ADAL" clId="{28651051-5F40-41E7-92BC-0B48539B80E0}" dt="2026-04-08T14:08:39.231" v="3039" actId="478"/>
          <ac:spMkLst>
            <pc:docMk/>
            <pc:sldMk cId="0" sldId="256"/>
            <ac:spMk id="98" creationId="{16BF753C-75BB-70DC-1FBA-0F7FF2412C1C}"/>
          </ac:spMkLst>
        </pc:spChg>
        <pc:spChg chg="add mod">
          <ac:chgData name="Choueiri, Samia" userId="b81b9bbb-c87f-490f-9bf9-c5942ec705de" providerId="ADAL" clId="{28651051-5F40-41E7-92BC-0B48539B80E0}" dt="2026-04-08T14:13:19.997" v="3149" actId="14100"/>
          <ac:spMkLst>
            <pc:docMk/>
            <pc:sldMk cId="0" sldId="256"/>
            <ac:spMk id="99" creationId="{9B291E57-9999-476D-2270-4427DFFE712C}"/>
          </ac:spMkLst>
        </pc:spChg>
        <pc:spChg chg="add mod">
          <ac:chgData name="Choueiri, Samia" userId="b81b9bbb-c87f-490f-9bf9-c5942ec705de" providerId="ADAL" clId="{28651051-5F40-41E7-92BC-0B48539B80E0}" dt="2026-04-08T14:15:59.355" v="3236" actId="20577"/>
          <ac:spMkLst>
            <pc:docMk/>
            <pc:sldMk cId="0" sldId="256"/>
            <ac:spMk id="100" creationId="{930CFB06-AA8B-D112-F6E9-44D32CCFA851}"/>
          </ac:spMkLst>
        </pc:spChg>
        <pc:spChg chg="add mod">
          <ac:chgData name="Choueiri, Samia" userId="b81b9bbb-c87f-490f-9bf9-c5942ec705de" providerId="ADAL" clId="{28651051-5F40-41E7-92BC-0B48539B80E0}" dt="2026-04-08T14:25:57.342" v="3531" actId="20577"/>
          <ac:spMkLst>
            <pc:docMk/>
            <pc:sldMk cId="0" sldId="256"/>
            <ac:spMk id="101" creationId="{9F5788AE-CBEA-4E3B-075D-D4718B0DCF93}"/>
          </ac:spMkLst>
        </pc:spChg>
        <pc:spChg chg="add mod">
          <ac:chgData name="Choueiri, Samia" userId="b81b9bbb-c87f-490f-9bf9-c5942ec705de" providerId="ADAL" clId="{28651051-5F40-41E7-92BC-0B48539B80E0}" dt="2026-04-08T19:25:47.543" v="3920" actId="1038"/>
          <ac:spMkLst>
            <pc:docMk/>
            <pc:sldMk cId="0" sldId="256"/>
            <ac:spMk id="102" creationId="{98A6C7AF-BB47-FD10-8AFF-D1CA7378952B}"/>
          </ac:spMkLst>
        </pc:spChg>
        <pc:spChg chg="add mod">
          <ac:chgData name="Choueiri, Samia" userId="b81b9bbb-c87f-490f-9bf9-c5942ec705de" providerId="ADAL" clId="{28651051-5F40-41E7-92BC-0B48539B80E0}" dt="2026-04-08T19:25:47.543" v="3920" actId="1038"/>
          <ac:spMkLst>
            <pc:docMk/>
            <pc:sldMk cId="0" sldId="256"/>
            <ac:spMk id="103" creationId="{E1DD0297-EC3E-4CF0-D887-11EA3F2A9772}"/>
          </ac:spMkLst>
        </pc:spChg>
        <pc:grpChg chg="add mod">
          <ac:chgData name="Choueiri, Samia" userId="b81b9bbb-c87f-490f-9bf9-c5942ec705de" providerId="ADAL" clId="{28651051-5F40-41E7-92BC-0B48539B80E0}" dt="2026-04-08T13:33:01.044" v="741" actId="14100"/>
          <ac:grpSpMkLst>
            <pc:docMk/>
            <pc:sldMk cId="0" sldId="256"/>
            <ac:grpSpMk id="52" creationId="{2D75B2CE-8B24-DADE-1607-FB9165887FC2}"/>
          </ac:grpSpMkLst>
        </pc:grpChg>
        <pc:grpChg chg="add del mod">
          <ac:chgData name="Choueiri, Samia" userId="b81b9bbb-c87f-490f-9bf9-c5942ec705de" providerId="ADAL" clId="{28651051-5F40-41E7-92BC-0B48539B80E0}" dt="2026-04-08T13:38:17.648" v="1018" actId="165"/>
          <ac:grpSpMkLst>
            <pc:docMk/>
            <pc:sldMk cId="0" sldId="256"/>
            <ac:grpSpMk id="66" creationId="{25ECAA32-3B5D-0608-9ADD-D96EB2114D98}"/>
          </ac:grpSpMkLst>
        </pc:grpChg>
        <pc:grpChg chg="add mod ord">
          <ac:chgData name="Choueiri, Samia" userId="b81b9bbb-c87f-490f-9bf9-c5942ec705de" providerId="ADAL" clId="{28651051-5F40-41E7-92BC-0B48539B80E0}" dt="2026-04-08T19:25:20.705" v="3918" actId="1036"/>
          <ac:grpSpMkLst>
            <pc:docMk/>
            <pc:sldMk cId="0" sldId="256"/>
            <ac:grpSpMk id="72" creationId="{D7867D60-41AC-146D-032C-A3B482B647F5}"/>
          </ac:grpSpMkLst>
        </pc:grpChg>
        <pc:grpChg chg="add mod">
          <ac:chgData name="Choueiri, Samia" userId="b81b9bbb-c87f-490f-9bf9-c5942ec705de" providerId="ADAL" clId="{28651051-5F40-41E7-92BC-0B48539B80E0}" dt="2026-04-08T14:06:54.606" v="3031" actId="12788"/>
          <ac:grpSpMkLst>
            <pc:docMk/>
            <pc:sldMk cId="0" sldId="256"/>
            <ac:grpSpMk id="78" creationId="{C40EB4A7-8364-95A2-115E-41838A5AEFCF}"/>
          </ac:grpSpMkLst>
        </pc:grpChg>
        <pc:grpChg chg="add mod">
          <ac:chgData name="Choueiri, Samia" userId="b81b9bbb-c87f-490f-9bf9-c5942ec705de" providerId="ADAL" clId="{28651051-5F40-41E7-92BC-0B48539B80E0}" dt="2026-04-08T19:25:20.705" v="3918" actId="1036"/>
          <ac:grpSpMkLst>
            <pc:docMk/>
            <pc:sldMk cId="0" sldId="256"/>
            <ac:grpSpMk id="96" creationId="{07EDD158-CA59-571F-8122-CFFD7B4A94EC}"/>
          </ac:grpSpMkLst>
        </pc:grpChg>
        <pc:grpChg chg="add mod">
          <ac:chgData name="Choueiri, Samia" userId="b81b9bbb-c87f-490f-9bf9-c5942ec705de" providerId="ADAL" clId="{28651051-5F40-41E7-92BC-0B48539B80E0}" dt="2026-04-08T14:06:54.606" v="3031" actId="12788"/>
          <ac:grpSpMkLst>
            <pc:docMk/>
            <pc:sldMk cId="0" sldId="256"/>
            <ac:grpSpMk id="97" creationId="{4A52ED9E-0674-581D-1B38-BE1CDC8D514A}"/>
          </ac:grpSpMkLst>
        </pc:grpChg>
        <pc:picChg chg="del">
          <ac:chgData name="Choueiri, Samia" userId="b81b9bbb-c87f-490f-9bf9-c5942ec705de" providerId="ADAL" clId="{28651051-5F40-41E7-92BC-0B48539B80E0}" dt="2026-04-08T14:46:46.334" v="3856" actId="478"/>
          <ac:picMkLst>
            <pc:docMk/>
            <pc:sldMk cId="0" sldId="256"/>
            <ac:picMk id="7" creationId="{36F9B463-E17B-4E7C-87E7-83502E0F66F9}"/>
          </ac:picMkLst>
        </pc:picChg>
        <pc:picChg chg="add mod ord">
          <ac:chgData name="Choueiri, Samia" userId="b81b9bbb-c87f-490f-9bf9-c5942ec705de" providerId="ADAL" clId="{28651051-5F40-41E7-92BC-0B48539B80E0}" dt="2026-04-08T13:21:52.806" v="645" actId="1036"/>
          <ac:picMkLst>
            <pc:docMk/>
            <pc:sldMk cId="0" sldId="256"/>
            <ac:picMk id="8" creationId="{94318D44-2C7D-D5A2-E0FA-8FA7D686F951}"/>
          </ac:picMkLst>
        </pc:picChg>
        <pc:picChg chg="add mod">
          <ac:chgData name="Choueiri, Samia" userId="b81b9bbb-c87f-490f-9bf9-c5942ec705de" providerId="ADAL" clId="{28651051-5F40-41E7-92BC-0B48539B80E0}" dt="2026-04-08T14:47:29.269" v="3866" actId="12789"/>
          <ac:picMkLst>
            <pc:docMk/>
            <pc:sldMk cId="0" sldId="256"/>
            <ac:picMk id="9" creationId="{A8B66A4A-2D91-B088-DF42-657D1B6D20C7}"/>
          </ac:picMkLst>
        </pc:picChg>
        <pc:picChg chg="add mod ord modCrop">
          <ac:chgData name="Choueiri, Samia" userId="b81b9bbb-c87f-490f-9bf9-c5942ec705de" providerId="ADAL" clId="{28651051-5F40-41E7-92BC-0B48539B80E0}" dt="2026-04-08T13:19:51.909" v="624" actId="164"/>
          <ac:picMkLst>
            <pc:docMk/>
            <pc:sldMk cId="0" sldId="256"/>
            <ac:picMk id="10" creationId="{CBE3C07F-D350-78A8-875D-CAE7FBF29D9C}"/>
          </ac:picMkLst>
        </pc:picChg>
        <pc:picChg chg="del">
          <ac:chgData name="Choueiri, Samia" userId="b81b9bbb-c87f-490f-9bf9-c5942ec705de" providerId="ADAL" clId="{28651051-5F40-41E7-92BC-0B48539B80E0}" dt="2026-04-08T12:09:12.961" v="0" actId="478"/>
          <ac:picMkLst>
            <pc:docMk/>
            <pc:sldMk cId="0" sldId="256"/>
            <ac:picMk id="13" creationId="{BB1DABF5-F22C-0013-E6C5-292252FBB9BB}"/>
          </ac:picMkLst>
        </pc:picChg>
        <pc:picChg chg="add mod ord modCrop">
          <ac:chgData name="Choueiri, Samia" userId="b81b9bbb-c87f-490f-9bf9-c5942ec705de" providerId="ADAL" clId="{28651051-5F40-41E7-92BC-0B48539B80E0}" dt="2026-04-08T13:19:51.909" v="624" actId="164"/>
          <ac:picMkLst>
            <pc:docMk/>
            <pc:sldMk cId="0" sldId="256"/>
            <ac:picMk id="14" creationId="{3F9B3214-72F0-A779-BDF6-3B5B1B9986BF}"/>
          </ac:picMkLst>
        </pc:picChg>
        <pc:picChg chg="del">
          <ac:chgData name="Choueiri, Samia" userId="b81b9bbb-c87f-490f-9bf9-c5942ec705de" providerId="ADAL" clId="{28651051-5F40-41E7-92BC-0B48539B80E0}" dt="2026-04-08T12:09:12.961" v="0" actId="478"/>
          <ac:picMkLst>
            <pc:docMk/>
            <pc:sldMk cId="0" sldId="256"/>
            <ac:picMk id="15" creationId="{32E4803D-C153-B150-5FDC-6F305A7DD061}"/>
          </ac:picMkLst>
        </pc:picChg>
        <pc:picChg chg="mod">
          <ac:chgData name="Choueiri, Samia" userId="b81b9bbb-c87f-490f-9bf9-c5942ec705de" providerId="ADAL" clId="{28651051-5F40-41E7-92BC-0B48539B80E0}" dt="2026-04-08T14:37:27.456" v="3854" actId="1036"/>
          <ac:picMkLst>
            <pc:docMk/>
            <pc:sldMk cId="0" sldId="256"/>
            <ac:picMk id="18" creationId="{FE5D8D09-04BA-96D6-1DD0-AC954426F1DC}"/>
          </ac:picMkLst>
        </pc:picChg>
        <pc:picChg chg="add mod ord topLvl">
          <ac:chgData name="Choueiri, Samia" userId="b81b9bbb-c87f-490f-9bf9-c5942ec705de" providerId="ADAL" clId="{28651051-5F40-41E7-92BC-0B48539B80E0}" dt="2026-04-08T14:16:16.164" v="3242" actId="1035"/>
          <ac:picMkLst>
            <pc:docMk/>
            <pc:sldMk cId="0" sldId="256"/>
            <ac:picMk id="25" creationId="{52B58119-FA17-02D0-0847-3BE992565D06}"/>
          </ac:picMkLst>
        </pc:picChg>
        <pc:picChg chg="add mod ord topLvl">
          <ac:chgData name="Choueiri, Samia" userId="b81b9bbb-c87f-490f-9bf9-c5942ec705de" providerId="ADAL" clId="{28651051-5F40-41E7-92BC-0B48539B80E0}" dt="2026-04-08T14:06:54.606" v="3031" actId="12788"/>
          <ac:picMkLst>
            <pc:docMk/>
            <pc:sldMk cId="0" sldId="256"/>
            <ac:picMk id="31" creationId="{C62D8417-0E53-BF0D-E7E4-F72F0F587BAA}"/>
          </ac:picMkLst>
        </pc:picChg>
        <pc:picChg chg="add mod modCrop">
          <ac:chgData name="Choueiri, Samia" userId="b81b9bbb-c87f-490f-9bf9-c5942ec705de" providerId="ADAL" clId="{28651051-5F40-41E7-92BC-0B48539B80E0}" dt="2026-04-08T19:25:20.705" v="3918" actId="1036"/>
          <ac:picMkLst>
            <pc:docMk/>
            <pc:sldMk cId="0" sldId="256"/>
            <ac:picMk id="34" creationId="{900BAA42-18A4-E694-6F5C-D4571560C911}"/>
          </ac:picMkLst>
        </pc:picChg>
        <pc:picChg chg="add mod modCrop">
          <ac:chgData name="Choueiri, Samia" userId="b81b9bbb-c87f-490f-9bf9-c5942ec705de" providerId="ADAL" clId="{28651051-5F40-41E7-92BC-0B48539B80E0}" dt="2026-04-08T19:25:20.705" v="3918" actId="1036"/>
          <ac:picMkLst>
            <pc:docMk/>
            <pc:sldMk cId="0" sldId="256"/>
            <ac:picMk id="36" creationId="{FFD39CA9-B6A7-4419-0404-21C399B5D029}"/>
          </ac:picMkLst>
        </pc:picChg>
        <pc:picChg chg="add del mod">
          <ac:chgData name="Choueiri, Samia" userId="b81b9bbb-c87f-490f-9bf9-c5942ec705de" providerId="ADAL" clId="{28651051-5F40-41E7-92BC-0B48539B80E0}" dt="2026-04-08T13:14:17.400" v="490" actId="478"/>
          <ac:picMkLst>
            <pc:docMk/>
            <pc:sldMk cId="0" sldId="256"/>
            <ac:picMk id="47" creationId="{E432EB0E-7C3C-CE35-5B44-92B7EC9ECDEE}"/>
          </ac:picMkLst>
        </pc:picChg>
        <pc:picChg chg="add mod">
          <ac:chgData name="Choueiri, Samia" userId="b81b9bbb-c87f-490f-9bf9-c5942ec705de" providerId="ADAL" clId="{28651051-5F40-41E7-92BC-0B48539B80E0}" dt="2026-04-08T19:25:47.543" v="3920" actId="1038"/>
          <ac:picMkLst>
            <pc:docMk/>
            <pc:sldMk cId="0" sldId="256"/>
            <ac:picMk id="49" creationId="{AF9B69FE-549A-6ACF-9A45-3B053D2EE787}"/>
          </ac:picMkLst>
        </pc:picChg>
        <pc:picChg chg="add mod">
          <ac:chgData name="Choueiri, Samia" userId="b81b9bbb-c87f-490f-9bf9-c5942ec705de" providerId="ADAL" clId="{28651051-5F40-41E7-92BC-0B48539B80E0}" dt="2026-04-08T19:25:47.543" v="3920" actId="1038"/>
          <ac:picMkLst>
            <pc:docMk/>
            <pc:sldMk cId="0" sldId="256"/>
            <ac:picMk id="51" creationId="{2C717640-E474-00FA-866A-03C9708D3F26}"/>
          </ac:picMkLst>
        </pc:picChg>
        <pc:picChg chg="add mod modCrop">
          <ac:chgData name="Choueiri, Samia" userId="b81b9bbb-c87f-490f-9bf9-c5942ec705de" providerId="ADAL" clId="{28651051-5F40-41E7-92BC-0B48539B80E0}" dt="2026-04-08T19:25:20.705" v="3918" actId="1036"/>
          <ac:picMkLst>
            <pc:docMk/>
            <pc:sldMk cId="0" sldId="256"/>
            <ac:picMk id="67" creationId="{B347C59E-494B-629D-1BF6-A03C960C811D}"/>
          </ac:picMkLst>
        </pc:picChg>
        <pc:picChg chg="add mod modCrop">
          <ac:chgData name="Choueiri, Samia" userId="b81b9bbb-c87f-490f-9bf9-c5942ec705de" providerId="ADAL" clId="{28651051-5F40-41E7-92BC-0B48539B80E0}" dt="2026-04-08T19:25:20.705" v="3918" actId="1036"/>
          <ac:picMkLst>
            <pc:docMk/>
            <pc:sldMk cId="0" sldId="256"/>
            <ac:picMk id="68" creationId="{031A0985-3C14-5231-C784-1292AE4ABCA5}"/>
          </ac:picMkLst>
        </pc:picChg>
        <pc:picChg chg="mod">
          <ac:chgData name="Choueiri, Samia" userId="b81b9bbb-c87f-490f-9bf9-c5942ec705de" providerId="ADAL" clId="{28651051-5F40-41E7-92BC-0B48539B80E0}" dt="2026-04-08T14:47:29.269" v="3866" actId="12789"/>
          <ac:picMkLst>
            <pc:docMk/>
            <pc:sldMk cId="0" sldId="256"/>
            <ac:picMk id="1030" creationId="{B8C4B66A-A56E-4E53-ADAA-7CDBD5A48B2B}"/>
          </ac:picMkLst>
        </pc:picChg>
        <pc:cxnChg chg="add del mod">
          <ac:chgData name="Choueiri, Samia" userId="b81b9bbb-c87f-490f-9bf9-c5942ec705de" providerId="ADAL" clId="{28651051-5F40-41E7-92BC-0B48539B80E0}" dt="2026-04-08T13:36:31.965" v="998" actId="478"/>
          <ac:cxnSpMkLst>
            <pc:docMk/>
            <pc:sldMk cId="0" sldId="256"/>
            <ac:cxnSpMk id="65" creationId="{942FAD56-B4BA-2757-32F2-C5A9DD4F2A98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5575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5575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fld id="{56A6134A-9986-4884-ADAB-C57241D32564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862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41925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82738" y="889000"/>
            <a:ext cx="6059487" cy="4545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57300" y="5732463"/>
            <a:ext cx="6708775" cy="533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41925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fld id="{23124DF2-DDA8-402F-81DD-AC1D1E5694A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40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 smtId="4294967295"/>
            </a:defPPr>
            <a:lvl1pPr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5580D61-8B82-42C3-9A37-58134866DD67}" type="slidenum">
              <a:rPr lang="zh-CN" altLang="en-US" sz="1500"/>
              <a:t>1</a:t>
            </a:fld>
            <a:endParaRPr lang="en-US" altLang="zh-CN" sz="1500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 smtId="4294967295"/>
            </a:defPPr>
          </a:lstStyle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23" y="10226675"/>
            <a:ext cx="37306957" cy="705485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245" y="18653125"/>
            <a:ext cx="30722711" cy="841375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66012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279" y="7680325"/>
            <a:ext cx="39502643" cy="2172493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3083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6957" cy="6537325"/>
          </a:xfrm>
          <a:prstGeom prst="rect">
            <a:avLst/>
          </a:prstGeom>
        </p:spPr>
        <p:txBody>
          <a:bodyPr anchor="t"/>
          <a:lstStyle>
            <a:defPPr>
              <a:defRPr kern="1200" smtId="4294967295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8"/>
            <a:ext cx="37306957" cy="7200900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4496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279" y="7680325"/>
            <a:ext cx="19683588" cy="2172493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3334" y="7680325"/>
            <a:ext cx="19683589" cy="2172493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97320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278" y="7369176"/>
            <a:ext cx="19392900" cy="3070225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278" y="10439401"/>
            <a:ext cx="19392900" cy="18965862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555" y="7369176"/>
            <a:ext cx="19401368" cy="3070225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555" y="10439401"/>
            <a:ext cx="19401368" cy="18965862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59614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570457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9810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8" y="1311275"/>
            <a:ext cx="14439900" cy="5576888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523" y="1311275"/>
            <a:ext cx="24536400" cy="2809398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278" y="6888163"/>
            <a:ext cx="14439900" cy="225171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75467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545" y="23042564"/>
            <a:ext cx="26334157" cy="2720975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545" y="2941639"/>
            <a:ext cx="26334157" cy="1975008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545" y="25763539"/>
            <a:ext cx="26334157" cy="3862387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9591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9" y="7680325"/>
            <a:ext cx="39502643" cy="21724938"/>
          </a:xfrm>
          <a:prstGeom prst="rect">
            <a:avLst/>
          </a:prstGeo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8220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968" y="1317625"/>
            <a:ext cx="9874956" cy="28087638"/>
          </a:xfrm>
          <a:prstGeom prst="rect">
            <a:avLst/>
          </a:prstGeom>
        </p:spPr>
        <p:txBody>
          <a:bodyPr vert="eaVert"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8" y="1317625"/>
            <a:ext cx="29492222" cy="28087638"/>
          </a:xfrm>
          <a:prstGeom prst="rect">
            <a:avLst/>
          </a:prstGeo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15127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506200" y="16459200"/>
            <a:ext cx="14274800" cy="4368800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41122600" y="16459200"/>
            <a:ext cx="14274800" cy="4368800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6959600" y="33426400"/>
            <a:ext cx="29972000" cy="154940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69596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880" dirty="0">
                <a:solidFill>
                  <a:srgbClr val="808080"/>
                </a:solidFill>
              </a:rPr>
              <a:t>Template ID: </a:t>
            </a:r>
            <a:r>
              <a:rPr sz="4880" dirty="0" err="1">
                <a:solidFill>
                  <a:srgbClr val="808080"/>
                </a:solidFill>
              </a:rPr>
              <a:t>ponderingpeacock</a:t>
            </a:r>
            <a:r>
              <a:rPr sz="4880" dirty="0">
                <a:solidFill>
                  <a:srgbClr val="808080"/>
                </a:solidFill>
              </a:rPr>
              <a:t>  Size: tri-fold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 smtId="4294967295"/>
      </a:defPPr>
      <a:lvl1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2pPr>
      <a:lvl3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3pPr>
      <a:lvl4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4pPr>
      <a:lvl5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5pPr>
      <a:lvl6pPr marL="4572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6pPr>
      <a:lvl7pPr marL="9144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7pPr>
      <a:lvl8pPr marL="13716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8pPr>
      <a:lvl9pPr marL="18288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 smtId="4294967295"/>
      </a:defPPr>
      <a:lvl1pPr marL="1150938" indent="-1150938" algn="l" defTabSz="3074988" rtl="0" eaLnBrk="0" fontAlgn="base" hangingPunct="0">
        <a:spcBef>
          <a:spcPct val="20000"/>
        </a:spcBef>
        <a:spcAft>
          <a:spcPct val="0"/>
        </a:spcAft>
        <a:buChar char="•"/>
        <a:defRPr sz="10700">
          <a:solidFill>
            <a:schemeClr val="tx1"/>
          </a:solidFill>
          <a:latin typeface="+mn-lt"/>
          <a:ea typeface="+mn-ea"/>
          <a:cs typeface="+mn-cs"/>
        </a:defRPr>
      </a:lvl1pPr>
      <a:lvl2pPr marL="2497138" indent="-960438" algn="l" defTabSz="3074988" rtl="0" eaLnBrk="0" fontAlgn="base" hangingPunct="0">
        <a:spcBef>
          <a:spcPct val="20000"/>
        </a:spcBef>
        <a:spcAft>
          <a:spcPct val="0"/>
        </a:spcAft>
        <a:buChar char="–"/>
        <a:defRPr sz="9500">
          <a:solidFill>
            <a:schemeClr val="tx1"/>
          </a:solidFill>
          <a:latin typeface="+mn-lt"/>
        </a:defRPr>
      </a:lvl2pPr>
      <a:lvl3pPr marL="3843338" indent="-768350" algn="l" defTabSz="3074988" rtl="0" eaLnBrk="0" fontAlgn="base" hangingPunct="0">
        <a:spcBef>
          <a:spcPct val="20000"/>
        </a:spcBef>
        <a:spcAft>
          <a:spcPct val="0"/>
        </a:spcAft>
        <a:buChar char="•"/>
        <a:defRPr sz="8100">
          <a:solidFill>
            <a:schemeClr val="tx1"/>
          </a:solidFill>
          <a:latin typeface="+mn-lt"/>
        </a:defRPr>
      </a:lvl3pPr>
      <a:lvl4pPr marL="5384800" indent="-773113" algn="l" defTabSz="3074988" rtl="0" eaLnBrk="0" fontAlgn="base" hangingPunct="0">
        <a:spcBef>
          <a:spcPct val="20000"/>
        </a:spcBef>
        <a:spcAft>
          <a:spcPct val="0"/>
        </a:spcAft>
        <a:buChar char="–"/>
        <a:defRPr sz="6500">
          <a:solidFill>
            <a:schemeClr val="tx1"/>
          </a:solidFill>
          <a:latin typeface="+mn-lt"/>
        </a:defRPr>
      </a:lvl4pPr>
      <a:lvl5pPr marL="69215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5pPr>
      <a:lvl6pPr marL="73787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6pPr>
      <a:lvl7pPr marL="78359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7pPr>
      <a:lvl8pPr marL="82931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8pPr>
      <a:lvl9pPr marL="87503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rgbClr val="2D3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41"/>
          <p:cNvSpPr txBox="1">
            <a:spLocks noChangeArrowheads="1"/>
          </p:cNvSpPr>
          <p:nvPr/>
        </p:nvSpPr>
        <p:spPr bwMode="auto">
          <a:xfrm>
            <a:off x="660482" y="685800"/>
            <a:ext cx="42542542" cy="6080622"/>
          </a:xfrm>
          <a:prstGeom prst="snip2DiagRect">
            <a:avLst/>
          </a:prstGeom>
          <a:solidFill>
            <a:srgbClr val="8E0000"/>
          </a:solidFill>
          <a:ln w="25400">
            <a:noFill/>
            <a:miter lim="800000"/>
          </a:ln>
        </p:spPr>
        <p:txBody>
          <a:bodyPr lIns="61170" tIns="30584" rIns="61170" bIns="30584" anchor="ctr"/>
          <a:lstStyle>
            <a:defPPr>
              <a:defRPr kern="1200" smtId="4294967295"/>
            </a:defPPr>
            <a:lvl1pPr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zh-CN" sz="4200" b="1" i="1" u="sng" dirty="0">
              <a:solidFill>
                <a:schemeClr val="bg1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425621FB-070F-446E-BA36-4A66EBF8DEF2}"/>
              </a:ext>
            </a:extLst>
          </p:cNvPr>
          <p:cNvSpPr txBox="1"/>
          <p:nvPr/>
        </p:nvSpPr>
        <p:spPr>
          <a:xfrm>
            <a:off x="3618667" y="1371600"/>
            <a:ext cx="36576000" cy="16950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 smtId="4294967295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spcBef>
                <a:spcPct val="20000"/>
              </a:spcBef>
              <a:defRPr/>
            </a:pPr>
            <a:r>
              <a:rPr lang="en-US" sz="85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Accelerating Attack and Fault Detection in </a:t>
            </a:r>
          </a:p>
          <a:p>
            <a:pPr algn="ctr" defTabSz="3761086">
              <a:spcBef>
                <a:spcPct val="20000"/>
              </a:spcBef>
              <a:defRPr/>
            </a:pPr>
            <a:r>
              <a:rPr lang="en-US" sz="85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Cyber-Physical Systems Using </a:t>
            </a:r>
            <a:r>
              <a:rPr lang="en-US" sz="8500" b="1" dirty="0" err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SmartNICs</a:t>
            </a:r>
            <a:r>
              <a:rPr lang="en-US" sz="85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 and DPDK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3A3E55C8-5130-4258-80B1-064CE3FDB621}"/>
              </a:ext>
            </a:extLst>
          </p:cNvPr>
          <p:cNvSpPr txBox="1"/>
          <p:nvPr/>
        </p:nvSpPr>
        <p:spPr>
          <a:xfrm>
            <a:off x="3657600" y="4352496"/>
            <a:ext cx="36576000" cy="18959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 smtId="4294967295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56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anose="020B0604020202020204" pitchFamily="34" charset="0"/>
              </a:rPr>
              <a:t>Samia Choueiri, Sergio Elizalde, Ali Mazloum, Jose Gomez, Elie Kfoury, Jorge </a:t>
            </a:r>
            <a:r>
              <a:rPr lang="en-US" sz="5600" dirty="0" err="1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anose="020B0604020202020204" pitchFamily="34" charset="0"/>
              </a:rPr>
              <a:t>Crichigno</a:t>
            </a:r>
            <a:endParaRPr lang="en-US" sz="5600" dirty="0">
              <a:solidFill>
                <a:schemeClr val="bg1"/>
              </a:solidFill>
              <a:effectLst/>
              <a:latin typeface="Quattrocento" panose="02020802030000000404" pitchFamily="18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56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anose="020B0604020202020204" pitchFamily="34" charset="0"/>
              </a:rPr>
              <a:t>University of South Carolina, Columbia, South Carolina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26A6A3-D6D2-4951-8B04-EF51015D25DB}"/>
              </a:ext>
            </a:extLst>
          </p:cNvPr>
          <p:cNvSpPr/>
          <p:nvPr/>
        </p:nvSpPr>
        <p:spPr>
          <a:xfrm>
            <a:off x="22291204" y="27279599"/>
            <a:ext cx="20914196" cy="4772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4" name="Rectangle 10">
            <a:extLst>
              <a:ext uri="{FF2B5EF4-FFF2-40B4-BE49-F238E27FC236}">
                <a16:creationId xmlns:a16="http://schemas.microsoft.com/office/drawing/2014/main" id="{3D96BB99-3F6E-4E73-BA6B-A122D83B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1204" y="26482499"/>
            <a:ext cx="20914196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Evaluating Offline and Online Performance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24D4BC5-5256-4C2E-B3FB-87EA69B63AF3}"/>
              </a:ext>
            </a:extLst>
          </p:cNvPr>
          <p:cNvSpPr/>
          <p:nvPr/>
        </p:nvSpPr>
        <p:spPr>
          <a:xfrm>
            <a:off x="660482" y="8000999"/>
            <a:ext cx="10013444" cy="8246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73" name="TextBox 19">
            <a:extLst>
              <a:ext uri="{FF2B5EF4-FFF2-40B4-BE49-F238E27FC236}">
                <a16:creationId xmlns:a16="http://schemas.microsoft.com/office/drawing/2014/main" id="{D5A32123-7974-4A0F-B8DF-6C82FB22F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13" y="8458200"/>
            <a:ext cx="9488854" cy="7390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Cyber-Physical Systems (CPS) require real-time monitoring under strict latency constraints, where delayed detection can compromise system stability and reliability.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We propose a 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SmartNIC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-accelerated anomaly detection framework for CPS that enables both fault detection (sensor and system failures) and attack detection (network-based anomalies).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system performs flow-level feature extraction and Random Forest (RF) inference directly in the network data plane.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 pre-trained RF model is offloaded to an NVIDIA BlueField-3 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SmartNIC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, enabling in-network, low-latency classification of normal vs anomalous behavior.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We identify a lightweight feature set, optimal window size, and model configuration that balance detection accuracy with inference efficiency.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Experimental results show approximately 98% detection accuracy and less than 1 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μs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 inference latency.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Results demonstrate that 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SmartNIC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-based in-network ML enables efficient, real-time detection of both faults and attacks in CPS.</a:t>
            </a:r>
          </a:p>
        </p:txBody>
      </p:sp>
      <p:sp>
        <p:nvSpPr>
          <p:cNvPr id="74" name="Rectangle 10">
            <a:extLst>
              <a:ext uri="{FF2B5EF4-FFF2-40B4-BE49-F238E27FC236}">
                <a16:creationId xmlns:a16="http://schemas.microsoft.com/office/drawing/2014/main" id="{4EDA12B6-07B5-44F9-8F8B-E1BE6646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81" y="7471321"/>
            <a:ext cx="10013443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Abstract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36036AE-C83F-4AC9-800C-C6574727635F}"/>
              </a:ext>
            </a:extLst>
          </p:cNvPr>
          <p:cNvSpPr/>
          <p:nvPr/>
        </p:nvSpPr>
        <p:spPr>
          <a:xfrm>
            <a:off x="11532105" y="19889136"/>
            <a:ext cx="10013445" cy="12162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9" name="TextBox 19">
            <a:extLst>
              <a:ext uri="{FF2B5EF4-FFF2-40B4-BE49-F238E27FC236}">
                <a16:creationId xmlns:a16="http://schemas.microsoft.com/office/drawing/2014/main" id="{9742DD1E-D7E3-4AB1-8A17-D5B59B6A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1364" y="20418182"/>
            <a:ext cx="9333205" cy="3733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system follows a two-stage workflow, separating offline training from online in-network inference.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Offline phase: CPS network traces are processed on the host to extract flow-level features from Modbus traffic. These features are used to train an RF model to distinguish </a:t>
            </a:r>
            <a:r>
              <a:rPr lang="en-US" sz="240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abnormal behavior.</a:t>
            </a:r>
            <a:endParaRPr lang="en-US" sz="2400" dirty="0">
              <a:effectLst/>
              <a:latin typeface="Quattrocento Sans" panose="020B0502050000020003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Online phase: The model is offloaded to the 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SmartNIC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 and executed directly in the data plane using DPDK. Each incoming flow is evaluated multiple by decision trees, and the final prediction is obtained through majority voting.</a:t>
            </a:r>
          </a:p>
        </p:txBody>
      </p:sp>
      <p:sp>
        <p:nvSpPr>
          <p:cNvPr id="90" name="Rectangle 10">
            <a:extLst>
              <a:ext uri="{FF2B5EF4-FFF2-40B4-BE49-F238E27FC236}">
                <a16:creationId xmlns:a16="http://schemas.microsoft.com/office/drawing/2014/main" id="{8C463412-CC68-4A0F-AE72-68EF99EB2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2106" y="19275746"/>
            <a:ext cx="10013444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Methodology</a:t>
            </a:r>
          </a:p>
        </p:txBody>
      </p:sp>
      <p:pic>
        <p:nvPicPr>
          <p:cNvPr id="1030" name="Picture 6" descr="Image result for nsf">
            <a:extLst>
              <a:ext uri="{FF2B5EF4-FFF2-40B4-BE49-F238E27FC236}">
                <a16:creationId xmlns:a16="http://schemas.microsoft.com/office/drawing/2014/main" id="{B8C4B66A-A56E-4E53-ADAA-7CDBD5A48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877" y="1392957"/>
            <a:ext cx="3349581" cy="336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43A518F1-84A3-484B-8745-BEC242103BDA}"/>
              </a:ext>
            </a:extLst>
          </p:cNvPr>
          <p:cNvSpPr/>
          <p:nvPr/>
        </p:nvSpPr>
        <p:spPr>
          <a:xfrm>
            <a:off x="733576" y="17351602"/>
            <a:ext cx="9985305" cy="733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59" name="TextBox 19">
            <a:extLst>
              <a:ext uri="{FF2B5EF4-FFF2-40B4-BE49-F238E27FC236}">
                <a16:creationId xmlns:a16="http://schemas.microsoft.com/office/drawing/2014/main" id="{D12D084C-CEA3-4E5E-9D37-2D0AC2297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608" y="17716500"/>
            <a:ext cx="9452776" cy="67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Programmable data planes have been widely used in CPS to meet strict latency and security requirements. P4-based solutions enable high-speed, in-network processing and protocol validation, but are limited by hardware-specific constraints and reduced flexibility [1,2].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Machine Learning (ML) has previously been applied for attack detection in CPS using models such as SVMs and Random Forests [3,4]. While these approaches achieve high accuracy, they typically rely on centralized CPU-based processing, leading to increased latency and limited suitability for real-time environments.</a:t>
            </a:r>
          </a:p>
          <a:p>
            <a:pPr algn="just">
              <a:lnSpc>
                <a:spcPct val="110000"/>
              </a:lnSpc>
            </a:pPr>
            <a:endParaRPr lang="en-US" sz="2400" dirty="0">
              <a:effectLst/>
              <a:latin typeface="Quattrocento Sans" panose="020B0502050000020003" pitchFamily="34" charset="0"/>
              <a:cs typeface="Arial" panose="020B0604020202020204" pitchFamily="34" charset="0"/>
            </a:endParaRPr>
          </a:p>
          <a:p>
            <a:pPr marL="0" lvl="1" algn="just"/>
            <a:r>
              <a:rPr lang="en-US" sz="18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[1] Samson Raj et. al., “Leveraging data plane programmability towards a policy-driven in-network security framework for industrial control systems,” 2025. </a:t>
            </a:r>
          </a:p>
          <a:p>
            <a:pPr marL="0" lvl="1" algn="just"/>
            <a:r>
              <a:rPr lang="en-US" sz="18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[2] </a:t>
            </a:r>
            <a:r>
              <a:rPr lang="en-US" sz="18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Cesen</a:t>
            </a:r>
            <a:r>
              <a:rPr lang="en-US" sz="18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 et. al., “Offloading Robotic and UAV applications to the network using programmable data planes,” 2023</a:t>
            </a:r>
          </a:p>
          <a:p>
            <a:pPr marL="0" lvl="1" algn="just"/>
            <a:r>
              <a:rPr lang="en-US" sz="18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[3] Jan et. al., “A distributed sensor-fault detection and diagnosis framework using machine learning,” 2021</a:t>
            </a:r>
          </a:p>
          <a:p>
            <a:pPr marL="0" lvl="1" algn="just"/>
            <a:r>
              <a:rPr lang="en-US" sz="18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[4] Amiri et. al., “Faults detection and diagnosis of PV systems based on machine learning approach using random forest classifier,” 2024</a:t>
            </a:r>
          </a:p>
        </p:txBody>
      </p:sp>
      <p:sp>
        <p:nvSpPr>
          <p:cNvPr id="60" name="Rectangle 10">
            <a:extLst>
              <a:ext uri="{FF2B5EF4-FFF2-40B4-BE49-F238E27FC236}">
                <a16:creationId xmlns:a16="http://schemas.microsoft.com/office/drawing/2014/main" id="{9ED7C232-4103-4FA7-9F34-111140B00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77" y="16821925"/>
            <a:ext cx="9985304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Related 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CD1DA1-67EC-A526-DE99-7CACFF26A5EA}"/>
              </a:ext>
            </a:extLst>
          </p:cNvPr>
          <p:cNvSpPr/>
          <p:nvPr/>
        </p:nvSpPr>
        <p:spPr>
          <a:xfrm>
            <a:off x="11545751" y="8084711"/>
            <a:ext cx="10013445" cy="10508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BF856385-963A-2689-09F5-2763CAAA5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5871" y="8564962"/>
            <a:ext cx="9333205" cy="156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PLC-controlled industrial cells connected via an OT network to a SCADA server equipped with a 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SmartNIC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. The 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SmartNIC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 includes programmable data-plane components used for high-performance packet processing.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7CB80CC-46E4-1A35-6883-1C11133CF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5751" y="7471321"/>
            <a:ext cx="10013444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System Architecture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EC696430-E3E8-19CA-D66C-67559A844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3385" y="18135600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CPS system architecture with 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SmartNIC</a:t>
            </a:r>
            <a:endParaRPr lang="en-US" sz="2400" dirty="0">
              <a:effectLst/>
              <a:latin typeface="Quattrocento Sans" panose="020B0502050000020003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875F7C-F85D-6757-0171-286E3D0CDDC0}"/>
              </a:ext>
            </a:extLst>
          </p:cNvPr>
          <p:cNvSpPr/>
          <p:nvPr/>
        </p:nvSpPr>
        <p:spPr>
          <a:xfrm>
            <a:off x="770589" y="26100520"/>
            <a:ext cx="9999799" cy="3312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 dirty="0"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840E07-26EB-4E1D-B651-E439ECC78699}"/>
              </a:ext>
            </a:extLst>
          </p:cNvPr>
          <p:cNvSpPr/>
          <p:nvPr/>
        </p:nvSpPr>
        <p:spPr>
          <a:xfrm>
            <a:off x="748113" y="30369506"/>
            <a:ext cx="10058399" cy="1659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FCB36AFA-7261-4BD0-BAAA-5D5F78E44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225" y="29946600"/>
            <a:ext cx="10086175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Acknowledgement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A2B780AA-1835-403D-9431-C77CA5DD4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225" y="31052786"/>
            <a:ext cx="9310332" cy="88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This work was supported by the National Science Foundation (NSF), Award 2417823, and 2403360.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5AA68CD2-B60D-F8DD-692B-9864F20D7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710" y="26517600"/>
            <a:ext cx="9333205" cy="292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SmartNIC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-based framework enables real-time fault and attack detection in CPS.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High accuracy (&gt; 98%) and microsecond-scale latency (&lt; 1 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μs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) are achieved for attack detection using lightweight RF models (shallow trees).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SmartNIC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 offloading reduces CPU overhead while enabling efficient in-network inference.</a:t>
            </a: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A9BEE4A1-0C3E-8263-849D-EF706DDD8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113" y="25334891"/>
            <a:ext cx="10022276" cy="859978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Conclusion and Lessons Learned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01AB7E-1F5F-CE65-BCDE-EFB64F88A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800" y="10107640"/>
            <a:ext cx="7687928" cy="79954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5D8D09-04BA-96D6-1DD0-AC954426F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87560" y="24221042"/>
            <a:ext cx="7297168" cy="7401958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0DAC3B3F-C714-EB00-FC81-4EFDB02FE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0" y="31543946"/>
            <a:ext cx="8725615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Proposed framework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A8C2DF-E404-6A9A-0C14-B3DD1B6FCA3B}"/>
              </a:ext>
            </a:extLst>
          </p:cNvPr>
          <p:cNvSpPr/>
          <p:nvPr/>
        </p:nvSpPr>
        <p:spPr>
          <a:xfrm>
            <a:off x="22291204" y="15859084"/>
            <a:ext cx="10141852" cy="99727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E2CC0969-E011-8099-440C-C285544DA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1204" y="14973300"/>
            <a:ext cx="10141852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Evaluating Feature Explainability</a:t>
            </a: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F1010C01-57D7-1AF7-37FB-30143CBFE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9348" y="7480300"/>
            <a:ext cx="20914196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Evaluating Accuracy and Separability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0021C37-3152-C162-CBD2-50A32132290C}"/>
              </a:ext>
            </a:extLst>
          </p:cNvPr>
          <p:cNvSpPr/>
          <p:nvPr/>
        </p:nvSpPr>
        <p:spPr>
          <a:xfrm>
            <a:off x="22309348" y="8366083"/>
            <a:ext cx="20914196" cy="5959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318D44-2C7D-D5A2-E0FA-8FA7D686F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21077" y="10266308"/>
            <a:ext cx="7502795" cy="3489928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2D75B2CE-8B24-DADE-1607-FB9165887FC2}"/>
              </a:ext>
            </a:extLst>
          </p:cNvPr>
          <p:cNvGrpSpPr/>
          <p:nvPr/>
        </p:nvGrpSpPr>
        <p:grpSpPr>
          <a:xfrm>
            <a:off x="30861000" y="9094797"/>
            <a:ext cx="12146686" cy="4773603"/>
            <a:chOff x="31632520" y="9918350"/>
            <a:chExt cx="11375166" cy="421063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E3C07F-D350-78A8-875D-CAE7FBF29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501"/>
            <a:stretch>
              <a:fillRect/>
            </a:stretch>
          </p:blipFill>
          <p:spPr>
            <a:xfrm>
              <a:off x="37033200" y="9918350"/>
              <a:ext cx="5974486" cy="421063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F9B3214-72F0-A779-BDF6-3B5B1B998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96" r="18045"/>
            <a:stretch>
              <a:fillRect/>
            </a:stretch>
          </p:blipFill>
          <p:spPr>
            <a:xfrm>
              <a:off x="31632520" y="9931398"/>
              <a:ext cx="5411564" cy="4177473"/>
            </a:xfrm>
            <a:prstGeom prst="rect">
              <a:avLst/>
            </a:prstGeom>
          </p:spPr>
        </p:pic>
      </p:grpSp>
      <p:sp>
        <p:nvSpPr>
          <p:cNvPr id="45" name="TextBox 19">
            <a:extLst>
              <a:ext uri="{FF2B5EF4-FFF2-40B4-BE49-F238E27FC236}">
                <a16:creationId xmlns:a16="http://schemas.microsoft.com/office/drawing/2014/main" id="{846CCF1D-5641-D4E3-ED67-472BA6373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1125" y="8641163"/>
            <a:ext cx="20044675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Accuracy and ROC–AUC are used to evaluate classification performance and class separability for both fault and attack detection.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F9B69FE-549A-6ACF-9A45-3B053D2EE7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05110" y="28588648"/>
            <a:ext cx="9710681" cy="333915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C717640-E474-00FA-866A-03C9708D3F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77792" y="28607698"/>
            <a:ext cx="9333205" cy="3339152"/>
          </a:xfrm>
          <a:prstGeom prst="rect">
            <a:avLst/>
          </a:prstGeom>
        </p:spPr>
      </p:pic>
      <p:sp>
        <p:nvSpPr>
          <p:cNvPr id="53" name="TextBox 19">
            <a:extLst>
              <a:ext uri="{FF2B5EF4-FFF2-40B4-BE49-F238E27FC236}">
                <a16:creationId xmlns:a16="http://schemas.microsoft.com/office/drawing/2014/main" id="{E4419413-7E3A-17F2-4A29-2F436CBC8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0967" y="13868400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Model accuracy at different window sizes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D92A942F-0CF8-04F1-23C5-78697BB0C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5200" y="9075025"/>
            <a:ext cx="7941617" cy="83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Fault detection is more challenging due to less separable and more variable patterns than attack traffic.</a:t>
            </a:r>
          </a:p>
        </p:txBody>
      </p:sp>
      <p:sp>
        <p:nvSpPr>
          <p:cNvPr id="61" name="TextBox 19">
            <a:extLst>
              <a:ext uri="{FF2B5EF4-FFF2-40B4-BE49-F238E27FC236}">
                <a16:creationId xmlns:a16="http://schemas.microsoft.com/office/drawing/2014/main" id="{4C4DDF48-47C3-1D7D-60E7-54EF876E4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8772" y="13875441"/>
            <a:ext cx="4419600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Fault detection separability</a:t>
            </a:r>
          </a:p>
        </p:txBody>
      </p:sp>
      <p:sp>
        <p:nvSpPr>
          <p:cNvPr id="63" name="TextBox 19">
            <a:extLst>
              <a:ext uri="{FF2B5EF4-FFF2-40B4-BE49-F238E27FC236}">
                <a16:creationId xmlns:a16="http://schemas.microsoft.com/office/drawing/2014/main" id="{27FD8B46-AF8F-2B8A-C704-602EDE633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00542" y="13868400"/>
            <a:ext cx="4419600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Attack detection separability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745DB22-0BFF-BDE6-41F2-1DC130696F27}"/>
              </a:ext>
            </a:extLst>
          </p:cNvPr>
          <p:cNvSpPr/>
          <p:nvPr/>
        </p:nvSpPr>
        <p:spPr>
          <a:xfrm>
            <a:off x="32837324" y="15850481"/>
            <a:ext cx="10406176" cy="99727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77" name="Rectangle 10">
            <a:extLst>
              <a:ext uri="{FF2B5EF4-FFF2-40B4-BE49-F238E27FC236}">
                <a16:creationId xmlns:a16="http://schemas.microsoft.com/office/drawing/2014/main" id="{A7488F6D-4873-9A2D-BEA3-0927DBCEC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9224" y="14964697"/>
            <a:ext cx="10406176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Evaluating Online Inference Time</a:t>
            </a:r>
          </a:p>
        </p:txBody>
      </p:sp>
      <p:sp>
        <p:nvSpPr>
          <p:cNvPr id="79" name="TextBox 19">
            <a:extLst>
              <a:ext uri="{FF2B5EF4-FFF2-40B4-BE49-F238E27FC236}">
                <a16:creationId xmlns:a16="http://schemas.microsoft.com/office/drawing/2014/main" id="{E3FD5CB5-FEA1-26D3-1914-A9DF9B5A2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224" y="25264553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Feature importance for (a) fault detection and (b) attack detection</a:t>
            </a:r>
          </a:p>
        </p:txBody>
      </p:sp>
      <p:sp>
        <p:nvSpPr>
          <p:cNvPr id="80" name="TextBox 19">
            <a:extLst>
              <a:ext uri="{FF2B5EF4-FFF2-40B4-BE49-F238E27FC236}">
                <a16:creationId xmlns:a16="http://schemas.microsoft.com/office/drawing/2014/main" id="{C3A6EFDF-9A2B-CFB9-3F96-531CB43EA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1324" y="25264553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Online inference time for (a) fault detection and (b) attack detection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A52ED9E-0674-581D-1B38-BE1CDC8D514A}"/>
              </a:ext>
            </a:extLst>
          </p:cNvPr>
          <p:cNvGrpSpPr/>
          <p:nvPr/>
        </p:nvGrpSpPr>
        <p:grpSpPr>
          <a:xfrm>
            <a:off x="22972185" y="17665858"/>
            <a:ext cx="8770254" cy="7528191"/>
            <a:chOff x="23241000" y="17468884"/>
            <a:chExt cx="8770254" cy="752819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C40EB4A7-8364-95A2-115E-41838A5AEFCF}"/>
                </a:ext>
              </a:extLst>
            </p:cNvPr>
            <p:cNvGrpSpPr/>
            <p:nvPr/>
          </p:nvGrpSpPr>
          <p:grpSpPr>
            <a:xfrm>
              <a:off x="23241000" y="17468884"/>
              <a:ext cx="8164718" cy="7528191"/>
              <a:chOff x="22555200" y="17468884"/>
              <a:chExt cx="8164718" cy="7528191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52B58119-FA17-02D0-0847-3BE992565D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555200" y="21259800"/>
                <a:ext cx="8128759" cy="3737275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C62D8417-0E53-BF0D-E7E4-F72F0F587B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673875" y="17468884"/>
                <a:ext cx="8046043" cy="3714716"/>
              </a:xfrm>
              <a:prstGeom prst="rect">
                <a:avLst/>
              </a:prstGeom>
            </p:spPr>
          </p:pic>
        </p:grpSp>
        <p:sp>
          <p:nvSpPr>
            <p:cNvPr id="81" name="TextBox 19">
              <a:extLst>
                <a:ext uri="{FF2B5EF4-FFF2-40B4-BE49-F238E27FC236}">
                  <a16:creationId xmlns:a16="http://schemas.microsoft.com/office/drawing/2014/main" id="{5721B387-9F58-557B-54C4-6F984CE60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73054" y="18681015"/>
              <a:ext cx="838200" cy="461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8" tIns="45709" rIns="91418" bIns="45709">
              <a:spAutoFit/>
            </a:bodyPr>
            <a:lstStyle>
              <a:defPPr>
                <a:defRPr kern="1200" smtId="4294967295"/>
              </a:defPPr>
              <a:lvl1pPr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1pPr>
              <a:lvl2pPr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9pPr>
            </a:lstStyle>
            <a:p>
              <a:pPr algn="ctr"/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(a)</a:t>
              </a:r>
            </a:p>
          </p:txBody>
        </p:sp>
        <p:sp>
          <p:nvSpPr>
            <p:cNvPr id="85" name="TextBox 19">
              <a:extLst>
                <a:ext uri="{FF2B5EF4-FFF2-40B4-BE49-F238E27FC236}">
                  <a16:creationId xmlns:a16="http://schemas.microsoft.com/office/drawing/2014/main" id="{8490098C-D082-FB60-7868-65135B1C7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5800" y="22555200"/>
              <a:ext cx="838200" cy="461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8" tIns="45709" rIns="91418" bIns="45709">
              <a:spAutoFit/>
            </a:bodyPr>
            <a:lstStyle>
              <a:defPPr>
                <a:defRPr kern="1200" smtId="4294967295"/>
              </a:defPPr>
              <a:lvl1pPr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1pPr>
              <a:lvl2pPr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9pPr>
            </a:lstStyle>
            <a:p>
              <a:pPr algn="ctr"/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(b)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7EDD158-CA59-571F-8122-CFFD7B4A94EC}"/>
              </a:ext>
            </a:extLst>
          </p:cNvPr>
          <p:cNvGrpSpPr>
            <a:grpSpLocks noChangeAspect="1"/>
          </p:cNvGrpSpPr>
          <p:nvPr/>
        </p:nvGrpSpPr>
        <p:grpSpPr>
          <a:xfrm>
            <a:off x="33375599" y="17577016"/>
            <a:ext cx="9601201" cy="7549934"/>
            <a:chOff x="33146999" y="17100426"/>
            <a:chExt cx="10134601" cy="796937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7867D60-41AC-146D-032C-A3B482B647F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146999" y="17100426"/>
              <a:ext cx="9692641" cy="7969374"/>
              <a:chOff x="32156400" y="22828071"/>
              <a:chExt cx="10604032" cy="8718729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900BAA42-18A4-E694-6F5C-D4571560C9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l="5019" t="24155"/>
              <a:stretch>
                <a:fillRect/>
              </a:stretch>
            </p:blipFill>
            <p:spPr>
              <a:xfrm>
                <a:off x="32689800" y="27081594"/>
                <a:ext cx="10070632" cy="4465206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FFD39CA9-B6A7-4419-0404-21C399B5D0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4948" t="22528" b="8095"/>
              <a:stretch>
                <a:fillRect/>
              </a:stretch>
            </p:blipFill>
            <p:spPr>
              <a:xfrm>
                <a:off x="32677100" y="23273657"/>
                <a:ext cx="10003802" cy="3881393"/>
              </a:xfrm>
              <a:prstGeom prst="rect">
                <a:avLst/>
              </a:prstGeom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B347C59E-494B-629D-1BF6-A03C960C81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12072" t="2735" r="1514" b="92030"/>
              <a:stretch>
                <a:fillRect/>
              </a:stretch>
            </p:blipFill>
            <p:spPr>
              <a:xfrm>
                <a:off x="33638967" y="22828071"/>
                <a:ext cx="8652033" cy="293186"/>
              </a:xfrm>
              <a:prstGeom prst="rect">
                <a:avLst/>
              </a:prstGeom>
            </p:spPr>
          </p:pic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031A0985-3C14-5231-C784-1292AE4ABC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t="16725" r="95147" b="8074"/>
              <a:stretch>
                <a:fillRect/>
              </a:stretch>
            </p:blipFill>
            <p:spPr>
              <a:xfrm>
                <a:off x="32156400" y="24950057"/>
                <a:ext cx="485946" cy="4212440"/>
              </a:xfrm>
              <a:prstGeom prst="rect">
                <a:avLst/>
              </a:prstGeom>
            </p:spPr>
          </p:pic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2D68DEEA-71B3-D6A9-9C2E-8629B71B1FED}"/>
                  </a:ext>
                </a:extLst>
              </p:cNvPr>
              <p:cNvSpPr/>
              <p:nvPr/>
            </p:nvSpPr>
            <p:spPr bwMode="auto">
              <a:xfrm>
                <a:off x="33447038" y="23387961"/>
                <a:ext cx="9072562" cy="3238496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</p:grpSp>
        <p:sp>
          <p:nvSpPr>
            <p:cNvPr id="83" name="TextBox 19">
              <a:extLst>
                <a:ext uri="{FF2B5EF4-FFF2-40B4-BE49-F238E27FC236}">
                  <a16:creationId xmlns:a16="http://schemas.microsoft.com/office/drawing/2014/main" id="{5D566F2F-B897-18DB-ECC6-6A61C230F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43400" y="18683514"/>
              <a:ext cx="838200" cy="461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8" tIns="45709" rIns="91418" bIns="45709">
              <a:spAutoFit/>
            </a:bodyPr>
            <a:lstStyle>
              <a:defPPr>
                <a:defRPr kern="1200" smtId="4294967295"/>
              </a:defPPr>
              <a:lvl1pPr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1pPr>
              <a:lvl2pPr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9pPr>
            </a:lstStyle>
            <a:p>
              <a:pPr algn="ctr"/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(a)</a:t>
              </a:r>
            </a:p>
          </p:txBody>
        </p:sp>
        <p:sp>
          <p:nvSpPr>
            <p:cNvPr id="91" name="TextBox 19">
              <a:extLst>
                <a:ext uri="{FF2B5EF4-FFF2-40B4-BE49-F238E27FC236}">
                  <a16:creationId xmlns:a16="http://schemas.microsoft.com/office/drawing/2014/main" id="{BFAB0B58-98CC-7203-0F4B-4D9B7B36B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36146" y="22557699"/>
              <a:ext cx="838200" cy="461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8" tIns="45709" rIns="91418" bIns="45709">
              <a:spAutoFit/>
            </a:bodyPr>
            <a:lstStyle>
              <a:defPPr>
                <a:defRPr kern="1200" smtId="4294967295"/>
              </a:defPPr>
              <a:lvl1pPr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1pPr>
              <a:lvl2pPr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/>
                  <a:ea typeface="ＭＳ Ｐゴシック" pitchFamily="-106" charset="-128"/>
                </a:defRPr>
              </a:lvl9pPr>
            </a:lstStyle>
            <a:p>
              <a:pPr algn="ctr"/>
              <a:r>
                <a: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(b)</a:t>
              </a:r>
            </a:p>
          </p:txBody>
        </p:sp>
      </p:grpSp>
      <p:sp>
        <p:nvSpPr>
          <p:cNvPr id="99" name="TextBox 19">
            <a:extLst>
              <a:ext uri="{FF2B5EF4-FFF2-40B4-BE49-F238E27FC236}">
                <a16:creationId xmlns:a16="http://schemas.microsoft.com/office/drawing/2014/main" id="{9B291E57-9999-476D-2270-4427DFFE7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5200" y="16002000"/>
            <a:ext cx="9525000" cy="156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SHAP analysis reveals key feature contributions for both fault and attack detection tasks.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Attack detection exhibits higher separability, with clearer feature contributions compared to fault detection.</a:t>
            </a:r>
          </a:p>
        </p:txBody>
      </p:sp>
      <p:sp>
        <p:nvSpPr>
          <p:cNvPr id="100" name="TextBox 19">
            <a:extLst>
              <a:ext uri="{FF2B5EF4-FFF2-40B4-BE49-F238E27FC236}">
                <a16:creationId xmlns:a16="http://schemas.microsoft.com/office/drawing/2014/main" id="{930CFB06-AA8B-D112-F6E9-44D32CCFA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0195" y="16002000"/>
            <a:ext cx="9729305" cy="1200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Online inference time remains low across configurations, with latency increasing as the number of trees grows.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Fault detection required deeper trees for the model to perform well.</a:t>
            </a:r>
          </a:p>
        </p:txBody>
      </p:sp>
      <p:sp>
        <p:nvSpPr>
          <p:cNvPr id="101" name="TextBox 19">
            <a:extLst>
              <a:ext uri="{FF2B5EF4-FFF2-40B4-BE49-F238E27FC236}">
                <a16:creationId xmlns:a16="http://schemas.microsoft.com/office/drawing/2014/main" id="{9F5788AE-CBEA-4E3B-075D-D4718B0DC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5200" y="27450894"/>
            <a:ext cx="20110552" cy="83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Attack detection achieves high accuracy with small trees (depth 8), while fault detection needs deeper trees (depth 32) to capture complex patterns.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Increasing the number of trees improves accuracy but incurs higher inference time and memory cost.</a:t>
            </a:r>
          </a:p>
        </p:txBody>
      </p:sp>
      <p:sp>
        <p:nvSpPr>
          <p:cNvPr id="102" name="TextBox 19">
            <a:extLst>
              <a:ext uri="{FF2B5EF4-FFF2-40B4-BE49-F238E27FC236}">
                <a16:creationId xmlns:a16="http://schemas.microsoft.com/office/drawing/2014/main" id="{98A6C7AF-BB47-FD10-8AFF-D1CA73789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2797" y="28341957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Fault detection</a:t>
            </a:r>
          </a:p>
        </p:txBody>
      </p:sp>
      <p:sp>
        <p:nvSpPr>
          <p:cNvPr id="103" name="TextBox 19">
            <a:extLst>
              <a:ext uri="{FF2B5EF4-FFF2-40B4-BE49-F238E27FC236}">
                <a16:creationId xmlns:a16="http://schemas.microsoft.com/office/drawing/2014/main" id="{E1DD0297-EC3E-4CF0-D887-11EA3F2A9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7121" y="28289250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Attack detection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B66A4A-2D91-B088-DF42-657D1B6D20C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67" y="913133"/>
            <a:ext cx="6500261" cy="4326736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4.0"/>
  <p:tag name="AS_VERSION" val="16.9.0.0"/>
  <p:tag name="MAKESIGNSTEMPLATE" val="ponderingpeacock|09-2018"/>
</p:tagLst>
</file>

<file path=ppt/theme/theme1.xml><?xml version="1.0" encoding="utf-8"?>
<a:theme xmlns:a="http://schemas.openxmlformats.org/drawingml/2006/main" name="Default Desig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Default Desig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5A1244B708FF478772D9F5BE92EA81" ma:contentTypeVersion="12" ma:contentTypeDescription="Create a new document." ma:contentTypeScope="" ma:versionID="ef82babfd6a87b1b7feeea62825a313b">
  <xsd:schema xmlns:xsd="http://www.w3.org/2001/XMLSchema" xmlns:xs="http://www.w3.org/2001/XMLSchema" xmlns:p="http://schemas.microsoft.com/office/2006/metadata/properties" xmlns:ns3="0e4f2584-2fae-42b4-b977-142c5a2a3cc9" xmlns:ns4="4d62a9a3-2ad3-4c4a-963b-51ff34f52dba" targetNamespace="http://schemas.microsoft.com/office/2006/metadata/properties" ma:root="true" ma:fieldsID="a63f099aa2e7595213fa8dcb9381ecc2" ns3:_="" ns4:_="">
    <xsd:import namespace="0e4f2584-2fae-42b4-b977-142c5a2a3cc9"/>
    <xsd:import namespace="4d62a9a3-2ad3-4c4a-963b-51ff34f52d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f2584-2fae-42b4-b977-142c5a2a3c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62a9a3-2ad3-4c4a-963b-51ff34f52db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8B9D93-2181-4C1B-BE06-E15C2576BD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E93652-C284-4C65-9CC6-08B0F791E30E}">
  <ds:schemaRefs>
    <ds:schemaRef ds:uri="http://schemas.microsoft.com/office/2006/metadata/properties"/>
    <ds:schemaRef ds:uri="4d62a9a3-2ad3-4c4a-963b-51ff34f52dba"/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0e4f2584-2fae-42b4-b977-142c5a2a3cc9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AE235FB-D347-497E-8BFC-EDEF0B1708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f2584-2fae-42b4-b977-142c5a2a3cc9"/>
    <ds:schemaRef ds:uri="4d62a9a3-2ad3-4c4a-963b-51ff34f52d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9738</TotalTime>
  <Words>791</Words>
  <Application>Microsoft Office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Quattrocento</vt:lpstr>
      <vt:lpstr>Arial</vt:lpstr>
      <vt:lpstr>Times New Roman</vt:lpstr>
      <vt:lpstr>Calibri</vt:lpstr>
      <vt:lpstr>Quattrocento Sans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Choueiri, Samia</cp:lastModifiedBy>
  <cp:revision>131</cp:revision>
  <cp:lastPrinted>2000-08-03T00:31:24Z</cp:lastPrinted>
  <dcterms:modified xsi:type="dcterms:W3CDTF">2026-04-09T03:28:24Z</dcterms:modified>
  <cp:category>research posters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0x010100BB5A1244B708FF478772D9F5BE92EA81</vt:lpwstr>
  </property>
</Properties>
</file>